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7.xml" ContentType="application/vnd.openxmlformats-officedocument.presentationml.notesSlide+xml"/>
  <Override PartName="/ppt/ink/ink4.xml" ContentType="application/inkml+xml"/>
  <Override PartName="/ppt/notesSlides/notesSlide8.xml" ContentType="application/vnd.openxmlformats-officedocument.presentationml.notesSlide+xml"/>
  <Override PartName="/ppt/ink/ink5.xml" ContentType="application/inkml+xml"/>
  <Override PartName="/ppt/notesSlides/notesSlide9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68" r:id="rId2"/>
  </p:sldMasterIdLst>
  <p:notesMasterIdLst>
    <p:notesMasterId r:id="rId24"/>
  </p:notesMasterIdLst>
  <p:sldIdLst>
    <p:sldId id="315" r:id="rId3"/>
    <p:sldId id="318" r:id="rId4"/>
    <p:sldId id="319" r:id="rId5"/>
    <p:sldId id="320" r:id="rId6"/>
    <p:sldId id="321" r:id="rId7"/>
    <p:sldId id="322" r:id="rId8"/>
    <p:sldId id="323" r:id="rId9"/>
    <p:sldId id="435" r:id="rId10"/>
    <p:sldId id="436" r:id="rId11"/>
    <p:sldId id="437" r:id="rId12"/>
    <p:sldId id="324" r:id="rId13"/>
    <p:sldId id="325" r:id="rId14"/>
    <p:sldId id="326" r:id="rId15"/>
    <p:sldId id="438" r:id="rId16"/>
    <p:sldId id="327" r:id="rId17"/>
    <p:sldId id="328" r:id="rId18"/>
    <p:sldId id="329" r:id="rId19"/>
    <p:sldId id="330" r:id="rId20"/>
    <p:sldId id="439" r:id="rId21"/>
    <p:sldId id="440" r:id="rId22"/>
    <p:sldId id="441" r:id="rId23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80182" autoAdjust="0"/>
  </p:normalViewPr>
  <p:slideViewPr>
    <p:cSldViewPr>
      <p:cViewPr varScale="1">
        <p:scale>
          <a:sx n="101" d="100"/>
          <a:sy n="101" d="100"/>
        </p:scale>
        <p:origin x="811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7T11:30:49.562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17703 8386 0,'0'0'0,"0"0"0,-2 6 16,0 8-16,-3 15 15,-2 14-15,-2 13 16,-2 3 0,-1 4-16,0 0 15,-1 1-15,-2 0 16,-4 9-16,2 5 15,-1 2-15,-2 10 16,-1 2-16,0 9 16,4 6-16,3 4 15,1 8-15,1 6 16,-2 1 0,0 9-16,2-12 15,-3-1-15,-3 0 16,1-19-16,-1-6 15,3-14-15,1-13 16,2-18-16,4-11 16,2-11-16,3-9 15,1-6 1,2-15-16,-3 15 16,3-15-16,0 0 15,2 11-15,-2-11 16,12 17-16,6-4 15,8 0-15,9 1 16,8-2-16,10-1 16,6-1-16,-2-3 15,2-2-15,8 0 16,3 0 0,0-3-16,-1 1 15,5-1-15,8 1 16,6-1-16,7 1 15,5-1-15,12-4 16,7-1-16,1 2 16,-1-3-16,6 2 15,1-1-15,4 1 16,1-2 0,-10 3-16,2 0 15,0-1-15,-7-2 16,5-1-16,-13 0 15,-7-2-15,-5 1 16,-10 2-16,-9 0 16,-11 0-16,-9-1 15,-7 1-15,-2 0 16,-4-1-16,-7 1 16,-9 3-1,-7-2-15,-21 3 16,26-14-16,-11-2 15,-1-12-15,0-6 16,-2-8-16,-3-12 16,-4-17-16,-2-9 15,-3 0-15,-1-2 16,-1-6-16,2 1 16,-2-2-1,1-2-15,2-2 16,3-5-16,2-6 15,3 5-15,6 4 16,5-4-16,0 6 16,12-30-1,7 1 1,-2 3 0,0 13-16,-13 25 15,2 8-15,-5 8 16,1 4-16,-4 3 15,2 0-15,0 2 16,-6 7-16,0 4 16,-2 5-16,-2 2 15,-2 2-15,0 2 16,-3 5-16,0 7 16,-1 7-1,-3 5-15,-1 10 16,2-15-16,-2 15 15,0 0-15,3-10 16,-3 10-16,0 0 16,0 0-16,0 0 15</inkml:trace>
  <inkml:trace contextRef="#ctx0" brushRef="#br0" timeOffset="3999.15">18603 8462 0,'0'0'0,"0"0"16,0 0-16,0 0 15,0 0-15,0 0 16,0 0-16,0 0 15,0 0-15,0 0 16,-2 6-16,2-6 16,-10 29-1,-1-2-15,-1 6 16,-1 2-16,0 1 16,0 0-16,1-1 15,1-3-15,-1 1 16,0-1-16,-1 6 15,-2 2-15,2 2 16,-1 1 0,0-2-16,1-2 15,3-4-15,-1-5 16,2-3-16,0-1 16,0 0-16,2-6 15,1-1-15,1-4 16,1-4-16,4-11 15,-5 17-15,5-17 16,-4 16 0</inkml:trace>
  <inkml:trace contextRef="#ctx0" brushRef="#br0" timeOffset="6116.44">19085 8873 0,'0'0'0,"0"0"0,0 0 16,4-3-1,-4 3-15,0 0 16,0 0-16,0 0 16,0 0-16,0 0 15,0 0-15,0 0 16,0 0-16,-11 16 15,-5-4-15,-1 2 16,0 1-16,0-2 16,3 0-1,0 0-15,2 2 16,0 3-16,-2 2 16,3 3-16,0-2 15,2 0-15,2 4 16,3 2-16,6 7 15,6 3-15,4-1 16,-1-8-16,-3-8 16,0-2-1,-1-4-15,5 2 16,3-1-16,3-2 16,6 1-16,-7-5 15,3-3-15,0-1 16,-2-3-16,0-7 15,2-2-15,1-7 16,1-1 0,0-4-16,-5-2 15,3-2-15,0-5 16,-4 3-16,3-7 16,-4 7-16,-4 6 15,0 0-15,-4 3 16,2-7-16,-3 3 15,-2-3-15,-2 3 16,0 7-16,-2 2 16,0 1-1,0 10-15,-5-16 16,5 16-16,-15-17 16,15 17-16,-16-14 15,16 14-15,-23-19 16,9 8-16,-2-2 15,16 13-15,-30-10 16,30 10-16,-23-4 16,23 4-16,0 0 15,-16-3-15,16 3 16,0 0 0,0 0-16,0 0 15,0 0-15,0 0 16,0 0-16,0 0 15,0 0-15,0 0 16,0 0-16,0 0 16,30 7-16,32-10 15,2-1 1,-13 2-16,-5 0 16,0-1-16,-5 0 15,-7 0-15,-9 2 16,-5-1-16,-4 2 15,-16 0-15,20 0 16,-20 0-16,0 0 16,0 0-1,16 0-15,-16 0 16,0 0-16,2 16 16,-1-1-16,-2 2 15,-4 3-15,-8 12 16,0-2-16,-1 3 15,-1 3-15,-1-2 16,4-2-16,5 0 16,4 1-1,5-4-15,5 12 16,6-7-16,5-4 16,8 0-16,2-11 15,5-4-15,6-4 16,2-7-16,1-1 15,1-9-15,-4-8 16,-6-6-16,-5 1 16,-6-2-16,-5-9 15,-4 7 1,-4-6-16,-2 1 16,-4-1-16,-10-13 15,-5-4-15,-4 16 16,-7 0-16,0 7 15,-4 9-15,-6-7 16,2 0-16,-1 2 31,4 2-15,9 10-16,19 7 16,-23-7-16,23 7 15,0 0-15,0 0 16,0 0-16,0 0 15,0 0-15,28-9 16,41-4-16,6 1 16,-6-1-16,-8 4 15,-7 0 1,-15 3-16,-8 3 16,-11 3-16,-20 0 15,25 3-15,-25-3 16,0 0-16,18 9 15,-18-9-15,0 0 16,8 14-16,-5-3 16,-3 4-16,0 5 15,-3 6 1,0-3-16,-1 3 16,1-2-16,-1 0 15,1-1-15,3 3 16,7 7-16,11 7 15,7 1-15,7-6 16,6-1-16,0-6 16,3-4-16,-5-6 15,1-6 1,-4-8-16,-3-4 16,-1-6-16,-4-5 15,-1-4-15,-3-6 16,-1-9-16,-7-7 15,-4-2-15,-7 2 16,-6 3-16,-5-1 16,-9 1-16,-5 2 15,-12 4 1,-6 8-16,-14 7 16,-5 4-16,-1 9 15,2 6-15,10 7 16,2 5-16,-1 4 15,-3 2-15,12 8 16</inkml:trace>
  <inkml:trace contextRef="#ctx0" brushRef="#br0" timeOffset="10366.43">18768 9534 0,'0'0'0,"0"0"0,1 2 16,-1-2-16,0 0 15,0 0 1,0 0-16,3 12 15,-3-12-15,0 0 16,-4 13-16,-3-3 16,-5 10-16,-10 7 15,-6 6-15,-5-1 16,1-1-16,-1-2 16,1-3-16,-3 0 15,0 0-15,1-2 16,5-2-1,2 1-15,0-2 16,0 3-16,2-1 16,5 0-16,2-4 15,2 0-15,4-2 16,1-4-16,2-1 16,9-12-16,-10 17 15,10-17-15,-7 12 16,7-12-16,-5 11 15,5-11 1,0 0-16,-6 11 16,6-11-16,0 0 15,0 0-15,0 0 16,0 0-16,0 0 16,0 0-16,0 0 15,-17 1-15,17-1 16,-23-17-16,12 7 15,0-2-15,2 1 16,2 0 0,1 1-16,6 10 15,-5-16-15,5 16 16,0 0-16,-5-11 16,5 11-16,0 0 15,0 0-15,0 0 16,0 0-16,0 0 15,0 0 1,0 0-16,0 0 16,0 0-16,0 0 15,0 0-15,-10 17 16,5-4-16,1-2 16,4-11-16,-6 15 15,6-15-15,-4 14 16,4-14-1,7 21-15,5-6 16,4 2-16,6 0 16,0-4-16,1-2 15,-1-3-15,1-1 16,-2-4-16,2 1 16,0 0-16,-2-2 15,-3 2-15,-18-4 16,26 0-16,-26 0 15,17 0 1,-17 0-16</inkml:trace>
  <inkml:trace contextRef="#ctx0" brushRef="#br0" timeOffset="12149.03">17790 10579 0,'0'0'0,"0"0"0,0 0 0,0 0 16,0 0-1,0 3-15,0-3 16,0 0-16,0 0 16,0 0-16,0 0 15,0 0-15,0 0 16,0 0-16,0 0 15,0 0-15,0 0 16,0 0 0,2-20-16,-3 9 15,1-1-15,0-1 16,-1 0-16,0 3 16,-2 0-16,3 10 15,-4-17-15,4 17 16,-9-15-16,9 15 15,-20-19-15,5 10 16,-5 0 0,-2-1-16,-2 4 15,0 1-15,2 2 16,0 1-16,1 4 16,5-1-16,0 3 15,16-4-15,-26 7 16,26-7-16,-23 15 15,23-15-15,-20 21 16,13-8 0,0 1-16,3 3 15,-1 4-15,5-2 16,0 5-16,0-5 16,2 0-16,1-1 15,1-4-15,1 0 16,4-1-16,-1-4 15,-8-9-15,21 12 16,-21-12-16,25 6 16,-25-6-1,31-2-15,-12-4 16,1-2-16,1-3 16,-4 0-16,-3-1 15,0 0-15,-4 0 16,0 2-16,-10 10 15,12-18-15,-12 18 16,9-14-16,-9 14 16,0 0-1,5-12-15,-5 12 16,0 0-16,2-9 16,-2 9-16,0 0 15,0 0-15,0 0 16,0 0-16,0 0 15,0 0-15,0 0 16,0 0-16,0 0 16,0 0-1,0 0-15,0 0 16,0 0-16,0 0 16,0 0-16,0 25 15,0 1-15,0 1 16,0-1-16,-2-2 15,1 0-15,1-3 16,-1-1-16,-1-3 16,1-1-1,0-4-15,-1 2 16,2-3-16,-2-1 16,1 1-16,-1-2 15,1 2-15,0 1 16,1-1-16,0 2 15,1 0-15,0 0 16,1 0 0,1-1-16,-3 0 15,3-2-15</inkml:trace>
  <inkml:trace contextRef="#ctx0" brushRef="#br0" timeOffset="13432.91">18176 10722 0,'0'0'0,"0"0"16,0 0-16,0 0 16,0-3-16,0 3 15,0 0-15,0 0 16,0 0-16,0 0 15,0 0-15,-4-10 16,4 10-16,0 0 16,-18-3-16,18 3 15,-17 1 1,17-1-16,-17 7 16,17-7-16,-23 14 15,8-2-15,1 6 16,0 9-16,1 7 15,5 5-15,5-2 16,3-3-16,6-2 16,4-2-16,5-2 15,1-4-15,3-7 16,5-6 0,5-3-16,7-8 15,3-8-15,-1-7 16,-5-5-16,-5-6 15,0-6-15,-6-5 16,-4 3-16,-5 1 16,-4 3-1,-6 1-15,-3 2 16,-5 2-16,-2-1 16,-2 7-16,-3 1 15,-3 1-15,-14 2 31,-5 0-31,0 6 16,4 4-16,13 4 16,17 1-16,-18 0 15,18 0 1,0 0-16,0 0 16,0 0-16,0 0 15,16-12-15,17-2 16,6-4-16,1 2 15,3 0-15,-3 3 16,-6 5-16,-3 1 16,-6 3-16,-6 2 15,-19 2 1,21-1-16,-21 1 16,0 0-16,0 0 15,18 3-15,-18-3 16,7 13-16,-4 2 15,-2 6-15,-2 9 16,-2-1-16,-1 1 16,1 2-16,-1-2 15,1 1 1,2 1-16,9 2 16,7-2-16,8-2 15,2-7-15,5-2 16,3-8-16,3-6 15,-1-7-15,-5-3 16,-5-6-16,-1-6 16,1-8-16,-2-2 15,0-2-15,-5 3 16,-4-4 0,-4-2-16,-6 3 15,-5-1-15,-5 3 16,-7 2-16,-6 0 15,-9 2-15,-10 2 16,-9 5-16,-4 7 16,5 4-16,2 4 15,9 3-15,-2 3 16,2 8 0,5-3-16</inkml:trace>
  <inkml:trace contextRef="#ctx0" brushRef="#br0" timeOffset="15232.79">19020 9575 0,'0'0'0,"0"0"0,-4 3 16,4-3-16,0 0 15,0 0-15,0 0 16,0 0 0,0 0-16,0 0 15,0 0-15,0 0 16,4 10-16,-4-10 15,15 6-15,-15-6 16,26 12-16,-11-7 16,5 3-16,1 1 15,4 2-15,1-1 16,-2 0 0,7 4-16,7 1 15,-4-1-15,5 3 16,1 0-16,-1 0 15,8 2-15,2 1 16,-1 0-16,-3-2 16,-2-1-16,0 0 15,2 0-15,-3 1 16,-1 0 0,-3-1-16,-5-2 15,-7-3-15,-2 1 16,2-2-16,-4 2 15,1-4-15,-4 1 16,-19-10-16,31 17 16,-16-8-16,1 0 15,0 0-15,1 1 16,-1-2-16,0 1 16,1 0-1,1 0-15,-2-2 16,-16-7-16,24 12 15,-24-12-15,18 8 16,-18-8-16,0 0 16,22 9-16,-22-9 15,19 9-15,-19-9 16,17 8 0,-17-8-16,0 0 15,15 5-15,-15-5 16,0 0-16,0 0 15,0 0-15,0 0 16,0 0-16,0 0 16,0 0-16,0 0 15,0 0-15,17-8 16,-17 8-16,0-10 16,0-3-1,2-2-15,-2-6 16,-2-3-16,-2 0 15,0 4-15,-2 4 16,2 1-16,-1 1 16,2 4-16,3 10 15,-8-16-15,8 16 16,0 0 0,-9-12-16,9 12 15,0 0-15,0 0 16,0 0-16,0 0 15,0 0-15,0 0 16,0 0-16,0 0 16,-7 14-16,19 12 15,12 12-15,3-1 16,3 4-16,1-1 16,-4-3-1,2 2-15,-11-7 16,-6-1-16,-7-1 15,-4-3-15,-5 1 16,-5-6-16,-6-2 16,-9 0-16,-7-2 15,0-1-15,2-6 16,6-6 0,7-2-16,16-3 0,-22 2 15,22-2 1,0 0-16,0 0 15,-16 1-15,16-1 16</inkml:trace>
  <inkml:trace contextRef="#ctx0" brushRef="#br0" timeOffset="15616.13">20842 10211 0,'0'0'0,"0"0"15,0 0-15,-2 2 16,2-2-1,-5 17-15,0 3 16,-2 8-16,-1 6 16,-5 5-16,-3 8 15,0 1-15,-1 6 16,4-14-16,-2 4 16,-1 9-1,-1 2-15,1-5 16,3-8-16,3-12 15,1 5-15,2-7 16,7-28-16</inkml:trace>
  <inkml:trace contextRef="#ctx0" brushRef="#br0" timeOffset="16666.87">21346 10375 0,'0'0'0,"0"2"0,0-2 16,0 0-16,0 0 15,0 0 1,0 0-16,0 0 15,-6 13-15,6-13 16,-27 26-16,-6 4 16,-1 2-16,-3 3 15,3 6-15,8-11 16,3-1-16,1 0 16,6-6-1,0 13-15,5 11 16,7-14-16,2 9 15,9-10-15,8-4 16,7-14-16,9-13 16,7 1-16,10-6 15,7-2-15,-4-3 16,-1-20-16,-10 6 16,-10 6-16,-1-4 15,-5 2 1,-3-11-16,-7-6 15,-3-6-15,-10 3 16,-11-2-16,-4 5 16,-6 12-16,-4 3 15,-3 2-15,-2 0 16,5 2-16,7 5 16,17 12-16,0 0 15,-18-12 1,18 12-16,0 0 15,0 0-15,0 0 16,41-19-16,23 4 16,2 2-16,2 4 15,-12 5-15,0 0 16,-7 3-16,-11 0 16,-9-1-16,-8 4 15,-5 0-15,-16-2 16,23 12-1,-23-12-15,5 20 16,-11 0-16,-11 12 16,-13 13-16,-9 10 15,-8 13-15,4-4 16,16-29-16,8-13 16,3-2-16,3-4 15,-2 6-15,12 2 16,7-12-1,16-1-15,13 2 16,16 6-16,0 0 16,-1-22-16,6-21 15,-2-19-15,0-7 16,-15 14-16,0-3 16,-9 7-16,-5 1 15,-8-12-15,-12 4 16,-4 7-1,-9 9-15,-14 3 16,-18-3-16,-16-3 16,-11 13-16,-3 6 15,-1 7-15,-3 19 16,9-9-16</inkml:trace>
  <inkml:trace contextRef="#ctx0" brushRef="#br0" timeOffset="25399.78">23387 8444 0,'0'0'0,"-6"0"0,6 0 0,0 0 15,0 0-15,-15-2 16,15 2-16,0 0 31,0 0-31,0 0 16,0 0-1,-7-9-15,7 9 16,-8-14-16,3 3 16,-2-4-16,-2-1 15,-2 1-15,-5-2 16,-4 0-16,-9 2 16,-7 1-16,-6 4 15,-5 8-15,2 6 16,1 7-1,0 5-15,2 3 16,-3 5-16,4 1 16,2 1-16,3-1 15,7-4-15,4 3 16,3 1-16,3 7 16,3 0-16,3 3 15,8-1-15,4-1 16,5-2-16,7-2 15,3-3 1,3-4-16,1-4 16,1-5-16,-1-4 15,-2-2-15,-16-7 16,26 6-16,-26-6 16,31-4-16,-7-2 15,5-5-15,1-6 16,4-5-1,0-9-15,4-2 16,-4-3-16,-3 6 16,-9 5-16,-5 6 15,-6 5-15,-11 14 16,14-17-16,-14 17 16,9-11-16,-9 11 15,0 0-15,0 0 16,5-11-1,-5 11-15,0 0 16,0 0-16,0 0 16,0 0-16,0 0 15,0 0-15,0 0 16,0 0-16,0 0 16,0 0-16,0 0 15,0 0-15,0 0 16,-10 12-16,-2 21 15,-8 13 1,0 4-16,0 1 16,-1 2-16,-1-2 15,1 0-15,0-3 16,4-5-16,2-6 16,2-5-16,1-4 15,2-2-15,0-2 16,2-1-16,1-2 15,3-1-15,1 0 16,-1-3 0,1-2-16,2 1 15,-2-4-15,1 0 16,0 1-16,2-13 16</inkml:trace>
  <inkml:trace contextRef="#ctx0" brushRef="#br0" timeOffset="26116.06">23346 9015 0,'0'0'0,"0"0"15,0 0-15,0 0 16,0 0-16,0 0 16,0 0-16,0 0 15,-5 4-15,-2 7 16,-8 7-16,-1 5 15,0 1 1,0 2-16,0 1 16,3-2-16,1 0 15,6-4-15,0-2 16,2-1-16,3-2 16,1-2-16,2-2 15,4-2-15,1 1 16,-7-11-16,18 15 15,-18-15-15,32 6 16,-14-8 0,5-5-16,-1-5 15,2-7-15,2-3 16,-1-4-16,-2-4 16,-5 1-16,-2 4 15,-3-1-15,-4 5 16,-3 4-16,-2-1 15,-1 3 1,-2 3-16,-1 2 16,-1 0-16,1 10 15,-6-17-15,6 17 16,-11-16-16,11 16 16,-12-12-16,12 12 15,0 0-15,0 0 16,0 0-16,0 0 15,0 0 1,0 0-16</inkml:trace>
  <inkml:trace contextRef="#ctx0" brushRef="#br0" timeOffset="28099.81">24415 8634 0,'0'0'0,"0"0"15,0 0-15,0 0 16,-6 6-16,-7 9 16,-9 9-16,-5 8 15,-1 5-15,-3 10 16,-2 3-16,4-1 15,1 1-15,1 2 16,-1-4-16,2 0 16,3-3-16,-2 3 15,1 0 1,-1 1-16,4-7 16,3-6-16,3-4 15,2-6-15,2-5 16,3-4-16,1-5 15</inkml:trace>
  <inkml:trace contextRef="#ctx0" brushRef="#br0" timeOffset="28332.71">23923 8892 0,'0'0'0,"0"0"16,0 0-16,0 0 16,0 0-1,0 0-15,0 0 16,0 0-16,0 0 16,0 0-16,0 0 15,2 2-15,-2-2 16,9 20-16</inkml:trace>
  <inkml:trace contextRef="#ctx0" brushRef="#br0" timeOffset="28532.84">24180 9387 0,'0'0'0,"0"0"0,0 0 16,0 0-16,3-3 15,-3 3-15,0 0 16,0 0-16,0 0 16,0 0-16,22 0 15,-22 0 1,21 6-16,-21-6 16,15-2-16</inkml:trace>
  <inkml:trace contextRef="#ctx0" brushRef="#br0" timeOffset="29683.5">23816 8330 0,'0'0'0,"0"-3"16,0 3-16,-4-31 15,0-11-15,-2-11 16,0-4-16,0-9 15,4-8-15,2 0 16,2-1-16,3 2 16,-1-2-16,1 1 15,0 6 1,-4 4-16,-1 7 16,-5 2-16,-1 0 15,-2 8-15,-2 8 16,3 13-16,0 6 15,0 8-15,7 12 16,-13-16-16,13 16 16,-40-5-16,2 15 15,-7 9-15,-1 12 16,0 9 0,4 1-16,6-4 15,2 0-15,9-9 16,5-8-16,6-4 15,4-5-15,10-11 16,-9 16-16,9-16 16,0 0-16,0 0 15,-2 10-15,2-10 16,0 0-16,45-27 16,2-15-1,0-5-15,-3-3 16,-3 0-16,-3 6 15,-4 5-15,-2 1 16,-1 4-16,-4 6 16,1 5-16,-3 3 15,1 6-15,5 3 16,7 6 0,9 6-16,7 7 15,2 7-15,-6 3 16,-7 3-16,-3 2 15,-9-1-15,-3 0 16,-5-3-16,-5-4 16,-5-6-16,-13-9 15,14 14-15,-14-14 16,0 0 0,0 0-16</inkml:trace>
  <inkml:trace contextRef="#ctx0" brushRef="#br0" timeOffset="30433.84">23502 6246 0,'0'0'0,"0"0"0,0 0 0,0 0 16,0 0-16,0 0 15,-1 4-15,-5 7 16,-6 12 0,-2 2-16,-1 2 15,1-2-15,0-4 16,4-8-16,10-13 15,-9 12-15,9-12 16,0 0-16,0 0 16,-10-12-16,5-13 15,2-19-15,6-11 16,7-7-16,7-1 16,4-1-16,3 8 15,-1 4 1,-2 12-16,-6 12 15,-2 5-15,-2 6 16,-3 5-16,2 2 16,7 3-16,6 5 15,5 3-15,6 7 16,4 7-16,2 11 16,-1 5-1,-4 4-15,0 4 16,-8-3-16,-1-3 15,-3-3-15,-5-6 16,-1-1-16,-3-6 16,-3-3-16,-1-2 15,6-5-15,4-5 16,7-11-16,2-14 16,2-13-1,0-21-15,0-7 16,-4-4-16,-5 11 15,-4 6-15,-4 5 16,-3 7-16,-2 9 16,-3 8-16,-3 6 31,-3 16-31,4-16 16,-4 16-1,0 0-15</inkml:trace>
  <inkml:trace contextRef="#ctx0" brushRef="#br0" timeOffset="30899.67">24740 5546 0,'0'0'0,"0"0"0,0 0 15,0 0 1,0 0-16,0 0 15,0 0-15,-5 1 16,5-1-16,0 0 16,-20 5-16,0 0 15,-4 2-15,5-2 16,19-5-16,-21 7 16,21-7-16,0 0 15,-15 4 1,15-4-16,-17 17 15,4 12-15,2 8 16,6 8-16,7-4 16,8 6-16,5 0 15,3-4-15,4 5 16,4-1-16,1-1 16,-1 1 15,-3-11-31,-7-7 15,-5-10-15,-6-4 16,-14 4-16,-18 5 16,-17 4-16,-16-1 15,0-6-15,0-4 16,3-4-16,1-2 16</inkml:trace>
  <inkml:trace contextRef="#ctx0" brushRef="#br0" timeOffset="33833.01">16872 11381 0,'0'0'0,"0"0"16,0 0-16,0 0 16,0 0-16,0-3 15,0 3-15,0 0 16,0 0-16,0 0 16,0 0-16,0 0 15,0 0-15,0 0 16,0 0-1,0 0-15,0 0 16,19 14-16,-4-1 16,6 4-16,4 4 15,9 3-15,6 2 16,6 2-16,7 2 16,10 3-16,6-2 15,8 0-15,5-1 16,5-4-16,6-1 15,-1-8 1,5-7-16,3-6 16,-5-1-16,3-3 15,-2-2-15,-6 1 16,11-3-16,-1 0 16,-1-2-16,12-3 15,-6-1-15,-3 1 16,9-2-16,-8 2 15,0-1 1,1 0-16,-10 0 16,5 0-16,1 0 15,-2 3-15,-1 3 16,-1 3-16,2 1 16,6 0-16,-2 0 15,-6 0-15,-1-9 16,4-2-16,11-8 15,-6 0-15,3 1 16,-1 1 0,-4-1-16,20-1 15,-14 2-15,-5 1 16,10-3-16,-10-2 16,11-8-16,-2-5 15,-15 0-15,-2-2 16,-5 2-16,-3-2 15,-12 4 1,-7 0-16,-7-5 16,-8-4-16,2-7 15,0-6-15,-8 1 16,-3-4-16,-6-3 16,-7-6-16,-6-10 15,-6 1-15,-4 4 16,-2-4-16,-5-1 15,-2-4 1,-7 1-16,-7 1 16,-5-4-16,-1 0 15,-4 2-15,0 5 16,-3 2-16,-6-3 16,-1 0-16,-5 1 15,-4-1-15,-3-1 16,-7-1-16,-4 2 15,-4 4 1,-6 3-16,-8-3 16,-3 2-16,-4 5 15,-7 2-15,-2 8 16,-1-2-16,-1 5 16,0 1-16,-5 4 15,-1 3-15,-11 2 16,-3 8-16,-8 1 15,-1 3 1,-1 4-16,3 2 16,0 1-16,0 1 15,1 4-15,-1 2 16,3 5-16,-6 3 16,3 3-16,1 2 15,-2 1-15,2 4 16,-4 2-16,-2 4 15,4 4-15,4 3 16,1 3 0,6 3-16,4 0 15,7 4-15,14 2 16,-2 4-16,3 3 16,3 1-16,2 1 15,1 5-15,1 10 16,-4 6-16,-4 6 15,-3 7 1,2 4-16,-4 5 16,3 0-16,-1 3 15,-2 3-15,-3 6 16,2 1-16,-1 5 16,2 1-16,1-2 15,4 4-15,7-1 16,5 3-16,10 2 15,8 0 1,6-2-16,5-3 16,5 4-16,4-2 15,11-6-15,3 3 16,10-4-16,3-3 16,9 0-16,6-14 15,5-9-15,9-1 16,2-11-16,3-5 15,2-7-15,-5-12 16,4-2 0,9-2-16,7-4 15,2-3-15,-6-8 16,-6-5-16,-7-5 16,-7 0-16,-8-2 15,-17-1-15,20 2 16,-20-2-16,0 0 15</inkml:trace>
  <inkml:trace contextRef="#ctx0" brushRef="#br0" timeOffset="34816.69">16946 11616 0,'0'0'0,"0"0"16,0 0-16,0 0 15,0 0-15,0 0 16,0 0-16,0 0 15,0 0-15,0 0 16,0 0 0,0 0-16,-5 2 15,5-2-15,-44 28 16,-2 0-16,-12 7 16,-6 1-16,-10 3 15,-2 2-15,-11 3 16,-1 2-16,-6 2 15,2 3-15,-1 3 16,-2 5-16,0 0 16,7 1-1,6 0-15,11-2 16,11-5-16,3-5 16,7-5-16,9-8 15,7-5-15,7-7 16,7-5-16,3-3 15,5-5-15,12-10 16,-23 15-16,23-15 16,-17-5-1,13-13-15,5-20 16,4-16-16,6-7 16,2 0-16,-2-3 15,2 3-15,-1 8 16,0 10-16,-5 13 15,1 8-15,-4 7 16,0 5-16,-4 10 16,4-11-1,-4 11-15,0 0 16,0 0-16,0 0 16,0 0-16,0 0 15,0 0-15,-8 40 16,-10 4-16,-7 6 15,-3-3-15,1-1 16,-4 2-16,-2 2 16,-3 7-1,2 1-15,9-3 16,5-7-16,9-7 16,4-5-16,4-6 15,6-4-15,6 0 16,13 4-16,6 1 15,13 1-15,-1-10 16,6-4-16,10-6 16,-7-6-1,-2-5-15,-6-1 16,-8-3-16,-5 0 16,-6 1-16,-2 0 15</inkml:trace>
  <inkml:trace contextRef="#ctx0" brushRef="#br0" timeOffset="35632.65">14071 13010 0,'0'0'0,"0"0"0,0 0 16,0 0-1,0 0-15,0 0 16,0 0-16,7-4 16,11-4-16,14-4 15,11-3-15,9-4 16,2 2-16,4 0 15,0 2-15,-5 0 16,-6 1-16,-4 3 16,-6 3-16,-6-1 15,-6 3 1,-3 1-16,-4 1 16,-18 4-16,27-4 15,-27 4-15,0 0 31,0 0-31,-20 18 16,-9 0-16,9-7 16,20-11-1,-27 16-15,27-16 16,0 0-16,-19 13 16,19-13-16,0 0 15,0 0-15,-12 10 16,12-10-16,-4 16 15,-2 14-15,-2 21 16,4 7-16,1 1 16,0-2-1,2-5-15,-1-10 16,2-4-16,-2-8 16,0-5-16,2-4 15,-2-4-15,1-2 16,0 0-16,0-4 15,0 0-15,1-11 16,-3 13-16,3-13 16,0 0-1</inkml:trace>
  <inkml:trace contextRef="#ctx0" brushRef="#br0" timeOffset="36199.67">14804 13168 0,'0'0'0,"0"0"0,0 0 0,0 0 16,0 0 0,0 0-16,10 0 15,-10 0-15,28 0 16,-7 1-16,3 1 15,1 2-15,3 2 16,1 1-16,1 5 16,-2 7-16,-3 5 15,-1 2-15,-7-1 16,-4-3 0,-4 2-16,-3-1 15,-5 2-15,-3 2 16,-7 3-16,-4-2 15,-3 1-15,-4-5 16,2-3-16,-1-6 16,19-15-16,-24 14 15,24-14 1,0 0-16,-19 0 16,13-14-16,3-16 15,6-16-15,10-11 16,7-3-16,1-1 15,1 3-15,2 2 16,-3 8-16,1 5 16,-4 11-16,-4 6 15,-1 10-15,-5 6 16,-8 10 0,0 0-16,0 0 15,0 0-15,24 39 16</inkml:trace>
  <inkml:trace contextRef="#ctx0" brushRef="#br0" timeOffset="37066">15703 13184 0,'0'0'0,"0"0"16,0 0-16,0 0 16,0 0-16,0 0 15,0 0-15,-5-1 16,5 1 0,-34-4-16,3 0 15,-6 0-15,1 1 16,3 3-16,4 8 15,3 7-15,2 1 16,3 7-16,5 1 16,5 3-16,2 2 15,4 1-15,5 1 16,5-1-16,6-3 16,3-5-1,10-1-15,8-7 16,6-6-16,1-11 15,-1-9-15,-4-10 16,0-3-16,-7-2 16,-6-1-16,-4-1 15,-3 0-15,-5 5 16,-4 4 0,-2 7-16,-3 13 15,5-15-15,-5 15 16,0 0-16,2-10 15,-2 10-15,0 0 16,0 0-16,0 28 16,1 1-16,3 1 15,7 2-15,5-4 16,10-4 0,2-8-16,3-6 15,-4-6-15,-3-7 16,-4-3-16,3-8 15,-3-6-15,0-8 16,-2-3-16,-8 2 16,-1 4-16,-4 4 15,-3 6-15,-1 3 16,-1 12 0,0-14-16,0 14 15,0 0-15,0 0 16,0 0-16,0 0 15,0 0-15,-11 15 16,1 11-16,1 5 16,3 1-16,2 0 15,1-4-15,-2-5 16,3-6 0,1-6-16,1-11 15,0 14-15,0-14 16</inkml:trace>
  <inkml:trace contextRef="#ctx0" brushRef="#br0" timeOffset="37298.79">16106 12764 0,'0'0'0,"0"0"15,0 0-15,4 1 16,-4-1-16,0 0 16,0 0-16,0 0 15,0 0-15,0 0 16,0 0-16,0 0 16</inkml:trace>
  <inkml:trace contextRef="#ctx0" brushRef="#br0" timeOffset="37832.62">16303 13019 0,'0'0'0,"0"0"0,0 0 15,1 4-15,1 7 16,5 10-16,0 5 15,2 4-15,-2 3 16,3 4-16,-1 1 16,0-3-16,-4-7 15,0-7-15,-3-6 16,-1-4-16,-1-11 16,2 11-1,-2-11-15,0 0 16,0 0-16,7-22 15,3-17-15,3-3 16,2-2-16,3-3 16,8 2-16,-2 6 15,-2 9-15,-2 6 16,1 5 0,2 4-16,3 7 0,-1 7 15,1 7 1,-8 10-16,-1 16 15,3 14-15,-6 23 16,-8-3-16,-6-6 16,-4-10-16,-3-14 15,1-10-15,2-6 16,0-6-16,4-14 16,0 0-16,0 11 15,0-11 1</inkml:trace>
  <inkml:trace contextRef="#ctx0" brushRef="#br0" timeOffset="39000.14">17141 11590 0,'0'0'0,"0"0"0,0 0 0,0 0 16,0 0-16,5 1 15,-5-1-15,20 8 16,9 2-16,18 8 16,14 4-16,11 3 15,10 2-15,1-3 16,5-1-16,10-2 16,-1-1-16,8-1 15,6-2 1,7-1-16,4 0 15,9 1-15,-4-3 16,13-1-16,-7-1 16,8 1-16,-4-1 15,-5 0-15,13-1 16,-10 0-16,12 5 16,-19 0-1,-4 3-15,-13 1 16,-6-1-16,-10 0 15,-6 5-15,-6 21 16,-14-11-16,-4 4 16,-12-10-16,-7-3 15,9 9-15,-18-8 16,-13-7-16,-8-7 16,-16-12-16,14 10 15,-14-10 1,0 0-16,0 0 15,0 0-15,0 0 16,-26 14-16,-11-11 16,-13-12-16,-3-9 15,-11-22-15,7 9 16,6 1-16,5 1 16,11 6-16,6 1 15,10 9 1,19 13-16,-20-12 15,20 12-15,0 0 16,0 0-16,-9-13 16,9 13-16,25-11 15,15 7-15,12-2 16,3 5-16,-4 3 16,-3 7-16,-4 2 15,-4 0-15,0 1 16,-11-4-1,-6-2-15,-5 0 16,-1-1-16,-3 10 16,-3 3-16,-6 2 15,-10-4-15,-20 14 16,-23 16-16,-21-16 16,3-3-16,9-5 15,6-4 1,13-4-16,9-4 15,11-5-15,18-5 16,0 0-16</inkml:trace>
  <inkml:trace contextRef="#ctx0" brushRef="#br0" timeOffset="39367.08">21372 12087 0,'0'0'0,"-2"-3"0,2 3 15,0 0-15,0 0 16,16-16-16,21 4 16,27 2-16,16 0 15,-2 0-15,5 1 16,-4 0-16,-15 3 16,-9 0-16,-11 1 15,-4 0-15,-12 3 16,-6 1-1,-22 1-15,0 0 16,10-13-16</inkml:trace>
  <inkml:trace contextRef="#ctx0" brushRef="#br0" timeOffset="39615.91">21623 12039 0,'0'0'0,"0"2"16,0-2-1,-5 16-15,-5 7 16,-7 20-16,-3 2 16,2-9-16,-9 14 15,-2 8-15,-15 31 16,3 11-16,5-15 16,1 1-16,6-12 15,9-17-15,13-15 16,7-13-16,1-17 15,-1-12 1,16 7-16,13-19 16,8 1-16</inkml:trace>
  <inkml:trace contextRef="#ctx0" brushRef="#br0" timeOffset="40633.05">21768 12674 0,'0'0'0,"0"0"16,0 0-16,0 0 16,0 0-16,0 0 15,3-2-15,-3 2 16,17 4-1,9 1-15,7-8 16,15-22-16,-5 8 16,1-4-16,1 0 15,2 0-15,2-23 16,-11 10-16,-7-7 16,-8 6-16,-7 8 15,-3 4-15,-3 8 16,-6 3-1,-1 2-15,-3 10 16,-11-20-16,-6 7 16,-11 1-16,-11 18 15,6 15-15,-3 1 16,-3 16-16,6-11 16,-9 14-16,-1 21 15,9-13-15,-4 16 16,16-22-16,5-4 31,11 0-15,16 0-16,16-3 15,7-6-15,15-5 16,7-5-16,18-5 16,3-12-16,0-9 15,-1-6-15,2-1 16,8-7-16,-6-4 15,1-14 1,-9-10-16,-1-4 16,0-8-16,-15 8 15,-13 6-15,-15 10 16,-10 10-16,-5 0 16,-7 0-16,-4 4 15,-5-1-15,-8 5 16,-5 1-16,-5 2 15,-3 4 1,-1 6-16,0 5 16,1 3-16,0 4 15,6 4-15,2 2 16,6 2-16,2 2 16,7 7-16,10 8 15,9 6-15,10 8 16,5 1-16,1-4 15,-3-2 1,-3-6-16,-7-10 16,-5-3-16,-8 2 15,-7 6-15,-7 2 16,-8 3-16,-16 1 16,-7-1-16,-3-5 15,-3-2-15,8-11 16,3-4-16,6-2 15,5-6 1,22-5-16,-21 2 16,21-2-16,-4-18 15,18-8-15</inkml:trace>
  <inkml:trace contextRef="#ctx0" brushRef="#br0" timeOffset="41149.23">23612 12138 0,'0'0'0,"0"0"15,0 1 1,0-1-16,-4 17 16,-1 4-16,-5 13 15,-9 9-15,-7 3 16,-1 0-16,1-6 16,2-6-16,7-6 15,3-5-15,7-1 16,3-3-16,1-5 15,6-1-15,0 1 16,6 1 0,7 4-16,10-3 15,2-1-15,5-4 16,4-7-16,-2 1 16,-1-7-16,-4-1 15,3-3-15,4-6 16,1-2-16,-7 0 15,-7 1-15,-9 1 16,-4 1 0,-4-2-16,-5 0 15,-14-21 1</inkml:trace>
  <inkml:trace contextRef="#ctx0" brushRef="#br0" timeOffset="41399.08">23191 12440 0,'0'0'0,"0"0"0,0 0 16,0 0-16,6 2 15,-6-2-15,40 6 16,1-2-16,16 0 15,8-4 1,3-5-16,1-6 16,3-4-16,1-5 15,1 0-15,-4-1 16,-4-1-16,1-9 16</inkml:trace>
  <inkml:trace contextRef="#ctx0" brushRef="#br0" timeOffset="42665.87">14814 13945 0,'0'0'0,"0"0"16,0 0-16,0 3 16,0-3-1,0 0-15,0 0 16,0 0-16,17-1 16,8-2-16,14-5 15,10-6-15,-1-4 16,5-3-16,-2 1 15,1 1-15,6 0 16,0-2-16,-3 6 16,2 3-1,-6 4-15,4 2 16,0 1-16,-2 2 16,1 0-16,0 2 15,4 1-15,-1-2 16,-1 0-16,-5 0 15,-2 0-15,-4 2 16,-2-2-16,-1 0 16,-5 0-1,-1 1-15,2 0 16,-4 0-16,1-1 16,4-2-16,6-3 15,3-2-15,-2-3 16,0-4-16,-5 1 15,-2-2-15,1 1 16,-8 4-16,-1 1 16,0 5-1,3 6-15,4 0 16,5 0-16,7 0 16,4 0-16,0 0 15,6-2-15,-4-4 16,-6-2-16,-5-1 15,-11 2-15,-4 3 16,-5-2-16,0 1 16,-1 1-16,7-1 15,7-2 1,7-1-16,12-6 16</inkml:trace>
  <inkml:trace contextRef="#ctx0" brushRef="#br0" timeOffset="43715.63">20799 13213 0,'0'0'0,"0"0"0,0 0 16,0 0-16,0 0 15,0 0-15,5 4 16,-5-4-16,22 17 16,-1-2-1,10 0-15,12 0 16,4-1-16,5-6 16,0-5-16,6-6 15,2-4-15,4-1 16,-2 0-16,-11-1 15,-2-2-15,-10 3 16,-2 1-16,-5 0 16,0 0-16,3 1 15,4-1 1,1 1-16,0 0 16,-4 2-16,1 0 15,-1 4-15,6 2 16,10 0-16,3-2 15,0 2-15,-2 0 16,3-2-16,1 2 16,-3-2-16,-5 0 15,-4 0 1,-4 0-16,2 4 16,8 5-16,4 2 15,1 0-15,4 0 16,3 1-16,11-3 15,5-12-15,-5-3 16,-5-2-16,-7-1 16,-8 3-16,-9-1 15,-5 2 1,-7 2-16,-4-2 16,5 1-16,7-1 15,12-1-15,8 0 16,2-5-16,2-4 15,-8-1-15,1 0 16,-8 3-16,-7 0 16,-7 2-16,-6 2 15,1-1 1,3-1-16,7-2 16,6 0-16,2 2 15,2 2-15,2 4 16,-2 2-16,-3 1 15,0 0-15,-5 0 16</inkml:trace>
  <inkml:trace contextRef="#ctx0" brushRef="#br0" timeOffset="51131.77">17831 7455 0,'0'0'0,"0"0"0,0 0 0,0 0 16,0 0-16,0 0 15,1 11-15,4 8 16,2 12 0,3 11-16,1 8 15,3 9-15,-1 3 16,-1 5-16,-4 1 15,-7 1-15,-1-3 16,0-9-16,-1-12 16,1-8-16</inkml:trace>
  <inkml:trace contextRef="#ctx0" brushRef="#br0" timeOffset="51599.43">17921 7343 0,'0'0'0,"7"0"0,-7 0 16,51 6-16,6 10 15,7 5 1,-3 3-16,-9 1 16,-11-1-16,-6 4 15,-5 0-15,-6 2 16,-9 3-16,-10 6 15,-10 6-15,-16 6 16,-13 6-16,-10 0 16,-5-4-16,0-6 15,3-8 1,6-7-16,8-10 16,2-3-16,6-6 15,0 0-15,1-3 16,1-1-16,1-1 15,5-3-15</inkml:trace>
  <inkml:trace contextRef="#ctx0" brushRef="#br0" timeOffset="51920.14">18758 7681 0,'0'0'0,"0"0"0,0 0 16,0 0 0,0 0-16,4 2 15,-4-2-15,30 8 16,10 2-16,13-2 15,6-6-15,3-3 16,1-1-16,-4-2 16,-3 0-16,-10 0 15,-8-1-15,-8 1 16,-10 0-16,-20 4 16</inkml:trace>
  <inkml:trace contextRef="#ctx0" brushRef="#br0" timeOffset="52199.5">18698 8011 0,'0'0'0,"0"0"0,0 0 0,0 0 16,0 0-16,0 0 15,-5 1-15,5-1 16,0 0-16,0 0 15,0 0-15,0 0 16,29-10-16,14 0 16,15 1-16,11 1 15,0 3 1,-1-3-16,2 3 16,-1 1-16,1-2 15,-5 1-15,1 0 16,-2-3-16</inkml:trace>
  <inkml:trace contextRef="#ctx0" brushRef="#br0" timeOffset="52849.22">18187 7289 0,'0'0'0,"0"0"0,0 0 0,0 0 16,0 0-1,0 0-15,0 0 16,-4-2-16,4 2 15,0 0-15,0 0 16,-20-8-16,-1 5 16,-28 10-16,-27 20 15,-20 10-15,-5 9 16,4-1-16,1 2 16,13-4-16,19-6 15,8-3 1,12-5-16,13-7 15</inkml:trace>
  <inkml:trace contextRef="#ctx0" brushRef="#br0" timeOffset="135014.69">14979 10591 0,'0'0'0,"0"0"0,-7-1 0,7 1 15,-20-1-15,20 1 16,-33 4-16,9 9 16,-4 14-16,-1 5 15,4 6 1,3-1-16,6-1 16,2 0-16,4-2 15,7 4-15,11 7 16,11 2-16,33 18 31,14 1-31,10 0 16,-3-11-16,-29-20 15,-6-6 1,-6-5-16,-8-3 16,-9-4-16,-8 3 15,-8 0-15,-11 4 16,-10-1-16,-20 3 15,-14-4-15,-4-3 16,3-13-16,12-6 16,8-4-16,8-7 15,6-3-15,2-18 16,6-18 0,8-19-16,14-24 15,18-6-15,6-2 16,9 6-16,4 4 15,-2 14-15,-1 10 16,-1 7-16,-7 15 16,-6 10-16,-10 11 15,-3 9-15,-7 4 16,-7 11-16,9-11 16,-9 11-1,0 0-15,0 0 16,-10-17-16,-14 6 15,-14 3-15,-4 4 16,1 9-16,2 5 16,4 3-16,7 5 15,9 6-15</inkml:trace>
  <inkml:trace contextRef="#ctx0" brushRef="#br0" timeOffset="135514.76">15629 10749 0,'0'0'0,"1"3"0,-1-3 15,-6 13-15,-5 4 16,-13 16-16,-16 10 15,-8 11-15,2 0 16,-6 3-16,4 0 16,8-4-16,4 3 15,12-10-15,7-5 16,6-5-16,11-2 16,13-5-1,16-5 1,13-12-1,9-18-15,-8-9 16,-5-16-16,0-9 16,-2-15-16,2-17 15,-11-13-15,-6-7 16,-7 3-16,-8 14 16,-6 19-1,-2 18-15,-3 14 16,-4 11-16,9 13 15,-32-6-15,3 11 16,-2 8-16,2 3 16,9 1-16,5-1 15,4 0-15,9-1 16</inkml:trace>
  <inkml:trace contextRef="#ctx0" brushRef="#br0" timeOffset="135831.51">16320 10355 0,'0'0'0,"0"0"16,4 5-1,-4-5-15,7 26 16,-2 4-16,-7 19 15,-8 23-15,-10 20 16,-9 11-16,-6 5 16,-5-2-16,3-3 15,-1 1-15,6-10 16,1-5 15,12-20-31,8-23 16,6-16-16,5-30 15,0 0-15</inkml:trace>
  <inkml:trace contextRef="#ctx0" brushRef="#br0" timeOffset="136047.65">15860 10834 0,'0'0'0,"0"0"0,0-3 16,0 3-16,0 0 15,0 0-15,0 0 16,0 0-16,0 0 16,43 10-1</inkml:trace>
  <inkml:trace contextRef="#ctx0" brushRef="#br0" timeOffset="136248.6">16440 10916 0,'0'0'0,"0"0"15,0 2-15,0-2 16,0 0-16,0 0 15,0 0-15,0 0 16,0 0-16,6 11 16,-6-11-16</inkml:trace>
  <inkml:trace contextRef="#ctx0" brushRef="#br0" timeOffset="143815.47">15971 10242 0,'0'0'0,"0"0"0,0 0 0,-7-5 15,7 5-15,-30-23 16,1 1-16,-5-2 16,2-2-16,3 5 15,-5-4-15,-7-5 16,-4-2-16,-11 5 16,-16 18-1,-13 3-15,-8 20 16,-2 19-16,2 7 15,4 17-15,1 5 16,2 12-16,1 10 16,3 10-16,5 3 15,8-4-15,7 4 16,8-10-16,10-4 16,6 3-1,9-8-15,8-1 16,7 3-16,17 1 15,12 0-15,15 8 16,14-5-16,26-7 16,13-1-16,30-16 15,4-5-15,12-12 16,12-12-16,-4-12 16,6-6-16,-20-10 15,9-4 1,-5-12-16,-21-10 15,7-27-15,-16-10 16,3-22-16,9-20 16,-9-9-16,-4-6 15,-10 0-15,-7-1 16,-4-8-16,-18-3 16,-12 1-16,-21 5 15,-21 11 1,-45-20-1,-44 12 1,-38 23-16,-24 32 16,17 48-16,-28 13 15,8 8-15,2 20 16,18 3-16,16 6 16,11 6-1,9 4-15,7 4 16</inkml:trace>
  <inkml:trace contextRef="#ctx0" brushRef="#br0" timeOffset="147964.51">22834 9714 0,'0'0'0,"0"-3"0,0 3 16,0 0-16,0 0 16,0 0-16,0-11 15,0 11-15,0 0 16,0 0 15,0 0-31,0 0 16,0 0-16,0 0 15,0 0-15,0 0 16,-3-9-16,3 9 16,0 0-16,0 0 15,0 0-15,0 0 16,0 0-16,0 0 15,0 0-15,0 0 16,0 0 0,0 0-16,0 0 15,0 0-15,0 0 16,0 0-16,0 0 16,0 0-16,0 0 15,0 0-15,0 0 16,0 0-16,0 0 15,30-3-15,2 4 16,15 3-16,9 3 16,5 4-1,4 0-15,1 3 16,3-2-16,-1 1 16,-5-1-16,-4-1 15,-1-2-15,-2 1 16,-5-3-16,-4 2 15,-4-4-15,-1 0 16,-5 0-16,-2-1 16,-4-1-1,-7 0-15,-2 0 16,-3-1-16,-4 0 16,1-1-16,1-1 15,-17 0-15,26 0 16,-26 0-16,23 0 15,-23 0-15,25 0 16,-9 0 0,3 0-16,4 1 15,-3 1-15,1 1 16,-3-1-16,-2-1 16,-16-1-16,21 3 15,-21-3-15,0 0 16,0 0-16,17 5 15,-17-5-15,0 0 16,0 0-16,0 0 16,0 0-1,0 0-15,0 0 16,0 0-16,0 0 16,0 0-16,0 0 15,0 0-15,0 0 16,0 0-16,0 0 15,0 0-15,0 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7T11:23:55.459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6068 12654 0,'0'0'0,"0"0"0,0 0 0,0 0 0,0 0 15,0 0-15,0 0 0,0-3 16,0 3-16,0 0 16,0 0-16,0 0 15,0 0-15,24-9 16,1 5-16,7-1 16,6-1-1,2-1-15,5 1 16,1-1-16,3-1 15,1-3-15,0 0 16,1 2-16,1-2 16,2 1-16,0-1 15,-2 1-15,3-2 16,3 0-16,0 1 16,1 0-16,-4 0 15,-3 1 1,6-1-16,1 1 15,0 3-15,-1 1 16,-7 2-16,4 1 16,1-1-16,3-1 15,-1 1-15,-3 1 16,-5 1-16,1-2 16,1-2-16,2 0 15,-4-1 1,-1 3-16,-1-1 15,1-3-15,-3 0 16,3-2-16,-1 2 16,3-1-16,-1 0 15,0-1-15,1 1 16,-5 1-16,5 0 16,-1-2-16,0 2 15,4-1 1,-3-1-16,-1 1 15,5 0-15,-4 0 16,1 0-16,2 1 16,2-2-16,0 1 15,-1 0-15,-3 0 16,4-1-16,2 1 16,0-2-16,1 1 15,-8 1 1,-1 0-16,4-1 15,1 2-15,0-2 16,-2 3-16,-4-3 16,0 1-16,2-1 15,2-1-15,2-2 16,1 1-16,2 0 16,-2-1-16,1 0 15,-4 1 1,2-2-16,-1 2 15,0-1-15,-2 2 16,2-1-16,1 0 16,-3 2-16,-5-1 15,-1 2-15,2 0 16,4-2-16,-2 3 16,-3-1-16,0 1 15,-4 1 1,7-3-16,3 1 15,2 0-15,-3 1 16,-5-1-16,-1 2 16,5-1-16,4 0 15,-6-2-15,3 0 16,-6 0-16,1 1 16,-1 0-16,-1-1 15,-2 0-15,-4 0 16,2 2-1,2-2-15,-1 0 16,-3 1-16,2 0 16,-6 1-16,0 0 15,-2 1-15,0-2 16,0 0-16,-6-1 16,-2 1-16,-2 3 15,-2-2-15,1 1 16,3-2-1,0 2-15,-3 1 16,-5 0-16,-17 6 16,22-5-16,-22 5 15,0 0-15,15-4 16,-15 4-16,0 0 16,0 0-16,0 0 15,0 0-15,0 0 16,0 0-1,0 0-15,0 0 16,0 0-16,0 0 16,0 0-16</inkml:trace>
  <inkml:trace contextRef="#ctx0" brushRef="#br0" timeOffset="941.65">12398 10872 0,'0'0'0,"0"0"15,0 0-15,0 0 16,0 2-16,0-2 15,0 0 1,0 0-16,0 0 16,0 0-16,0 0 15,0 14-15,0-14 16,0 9-16,-1 3 16,0 6-16,-2 8 15,2 6 1,1 6-16,2 2 15,2 1-15,-2 1 16,1-3-16,-2 3 16,4 0-16,0 1 15,0-1-15,0-1 16,0 0-16,0-1 16,-1-2-16,1-1 15,0 0-15,-1 2 16,3-5-1,-1 1-15,1-6 16,0 0-16,0-3 16,0 0-16,0 1 15,0-1-15,0-2 16,0 2-16,-2-4 16,2-1-16,-2-2 15,-2-4-15,3 1 16,-3-4-16,1 2 15,-1-3 1,1-1-16,-4-10 16,5 17-16,-5-17 15,4 11-15,-4-11 16,0 0-16,4 11 16,-4-11-16,0 0 15,0 0-15,0 0 31</inkml:trace>
  <inkml:trace contextRef="#ctx0" brushRef="#br0" timeOffset="2158.82">5711 11977 0,'0'0'0,"0"0"16,0 0-16,0 0 16,0 0-16,0 0 15,0 0-15,1 4 16,-1-4-16,8 21 15,-1 5-15,5 6 16,-1 2 0,2 5-16,-2-2 15,2 4-15,1-2 16,0 0-16,-2-1 16,0-5-16,-2-3 15,1 0-15,2 2 16,3 2-16,0 4 15,0-2-15,-1-2 16,0-3 0,-2-1-16,0 0 15,1 0-15,1-2 16,0 0-16,-1-2 16,-3-5-16,0-1 15,-2-5-15,-2 0 16,-1-4-16,-1-1 15,-5-10-15,8 16 16,-8-16 0,8 13-16,-8-13 15,0 0-15,5 10 16,-5-10-16,0 0 16,0 0-16,0 0 15,0 0-15,0 0 16,12 10-16,-12-10 15,0 0-15,11 14 16,-11-14 0,12 15-16,-12-15 15,15 15-15,-15-15 16,15 13-16,-15-13 16,20 15-16</inkml:trace>
  <inkml:trace contextRef="#ctx0" brushRef="#br0" timeOffset="3542.06">6938 13015 0,'0'0'0,"0"0"0,0 0 15,-6 5-15,6-5 16,-24 8-16,6-4 15,1 2-15,-1-3 16,2 0-16,0 0 16,0-2-16,0 0 15,1 1 1,15-2-16,-27 2 16,27-2-16,-21 3 15,21-3-15,-16 2 16,16-2-16,0 0 15,-17 4-15,17-4 16,0 0-16,-16 17 16,11-5-16,1 4 15,6 4 1,3 6-16,1 2 16,4-1-16,1-1 15,3 0-15,3-1 16,1-4-16,5-4 15,-2-2-15,0-6 16,3 3-16,-3-5 16,3-1-1,-3 0-15,-1-4 16,-2-2-16,-18 0 16,27-1-16,-27 1 15,20-5-15,-20 5 16,0 0-16,18-10 15,-18 10-15,0 0 16,10-15 0,-8 4-16,-1-8 15,-1-3-15,-1-9 16,-1-1-16,-3 2 16,1 0-16,0 2 15,-3 0-15,0 4 16,0 3-16,0-1 15,1 2-15,1 3 16,1 3-16,-1 1 16,0 2-1,-1 1-15,0-1 16,6 11-16,-14-17 16,14 17-16,-21-18 15,5 9-15,-2 1 16,-4 1-16,-3 4 15,-1 3-15,2 3 16,4 1-16,5 0 16,15-4-16,-19 7 15,19-7 1,0 0-16,-13 11 16,13-11-16,-5 30 15</inkml:trace>
  <inkml:trace contextRef="#ctx0" brushRef="#br0" timeOffset="4708.14">12400 12216 0,'0'0'0,"0"0"0,0 2 0,0-2 15,0 0-15,0 0 16,0 0-16,-3 10 15,3-10-15,0 0 16,0 11-16,0 0 16,0 12-16,1 16 15,1 2-15,1 0 16,3 0 0,-1-5-16,1 3 15,0-6-15,2 1 16,-1 2-16,0-3 15,1-3-15,-2-4 16,0-2-16,-1 1 16,1-2-16,1 2 15,-2-2-15,1 0 16,0 1 0,-1-4-16,0-2 15,-2-3-15,1-1 16,-2-4-16,-2-10 15,3 11-15,-3-11 16</inkml:trace>
  <inkml:trace contextRef="#ctx0" brushRef="#br0" timeOffset="10975.72">20013 4050 0,'0'0'0,"0"0"0,0 0 16,0 0-16,0 0 16,1 3-16,-1-3 15,10 12-15,-2 0 16,4 4-16,3-2 15,8 0-15,2-2 16,6-2 0,6-2-16,-1-5 15,4 1-15,-2-4 16,2-2-16,4-2 16,3-1-16,12 0 15,3-1-15,7-1 16,3 1-16,-2-1 15,-3 0-15,-1 1 16,-3-1 0,-3 3-16,2-2 15,0 1-15,0 2 16,-1 2-16,1 1 16,0 0-16,0 0 15,-4 0-15,-1 0 16,-7 0-16,-4 0 15,-3 0-15,-3-1 16,-4 1 0,3 0-16,3 0 15,4 0-15,3-1 16,2-2-16,-3 0 16,-2-1-16,-1 2 15,-3-2-15,-5-1 16,-6 1-16,-10-2 15,-5 1 1,-16 5-16,19-6 16,-19 6-16,0 0 15,15-13-15,-15 13 16,7-11-16,-7 11 16,5-18-16,-4 6 15,1-1-15,-2-1 16,0-4-16,-2-4 15,1-4-15,0-1 16,0-3 0,-1 1-16,1 1 15,0 1-15,-1 1 16,1 1-16,-1 1 16,1 1-16,-2 1 15,-2 1-15,-2 0 16,1-1-16,-2 0 15,0 2-15,-2-3 16,-4 0-16,-1-2 16,-2-1-1,-2 1-15,-1 4 16,2 0-16,2 3 16,1 1-16,-2 0 15,2 2-15,-3-1 16,0 1-16,0 0 15,2 2-15,0 0 16,-2 1-16,-1-2 16,-5 2-1,-3-2-15,-9-2 16,-9 0-16,-4 3 16,-5 5-16,-1 3 15,-4-2-15,-9 2 16,-2 1-16,-1 1 15,4 1-15,-5 2 16,0 0 0,2 2-16,0-2 15,4 0-15,-4 0 16,-1 0-16,4 2 16,-1-1-16,1 1 15,-1 2-15,5 1 16,4 2-16,-2 0 15,0-1-15,2 0 16,3 1-16,7 1 16,2-1-1,2 2-15,-4 2 16,2-1-16,1-1 16,7 0-16,6-2 15,0 3-15,0 2 16,-1 2-16,0 3 15,2 0-15,-1 1 16,-2 4-16,0 1 16,0 3-16,3-1 15,2 1 1,3 0-16,2 1 16,-2 3-16,0 3 15,5-2-15,-1 2 16,1-1-16,3 0 15,1 3-15,3-3 16,3 0-16,3-2 16,3 1-16,5 1 15,4 2 1,1 0-16,3-1 16,2-3-16,2-2 15,4 0-15,2 0 16,3-1-16,0-3 15,-1-4-15,-2-4 16,0-2-16,2 1 16,-1-3-1,1-2-15,5 3 16,3 0-16,1 0 16,3-2-16,-1-2 15,0-2-15,0-4 16,0-3-16,1 0 15,1-1-15,-1 1 16,3 0-16,-2 0 16,3 0-1,-2 0-15,2-1 16,2-1-16,0-4 16,3 1-16,-3 0 15,2 0-15,-3 0 16,-2 1-16,-5-1 15,-6 3-15,0 0 16,-1-1-16,-2 0 16,3 1-16,4-1 15</inkml:trace>
  <inkml:trace contextRef="#ctx0" brushRef="#br0" timeOffset="26440.84">22027 3348 0,'0'0'0,"0"0"0,0 0 16,0 0-16,0 0 15,2 6-15,-2-6 16,6 26-16,1-4 15,-1 7-15,4 2 16,1-2-16,-1 2 16,1-2-1,0 0-15,-3-3 16,4 2-16,2-1 16,1 0-16,1-3 15,1-1-15,0-2 16,2-3-16,-1-3 15,-1-4-15,1-2 16,5-3-16,1-2 16,0-2-16,-1-3 15,-1-1-15,-1-5 16,4-4 0,7-8-16,6-11 15,9-9-15,11-15 16,5-3-16,18-14 15,6-9-15,4-3 16,-1 2-16,-12 11 16,-9 8-16,-14 10 15,-7 7 1,-7 6-16,-6 8 16,-7 4-16,-8 8 15,-4 6-15,-5 2 16,-11 11-16,14-15 15,-14 15-15,0 0 16,14-11-16,-14 11 16,0 0-16,0 0 15,0 0 1,0 0-16,9-10 16,-9 10-16,0 0 15,0 0-15,0 0 16,0 0-16,0 0 15,0 0-15,0 0 16</inkml:trace>
  <inkml:trace contextRef="#ctx0" brushRef="#br0" timeOffset="39224.96">17944 5454 0,'0'0'0,"0"0"0,0 0 16,4 0-16,-4 0 15,0 0-15,0 0 16,0 0-1,0 0-15,18-7 16,-18 7-16,0 0 16,26-9-16,8-3 15,15 0-15,6 8 16,-2 3-16,1 1 16,4 1-16,5-1 15,2 1-15,-1 2 16,0-3-16,1 2 15,-2 1 1,-5 0-16,-7 0 16,-12-2-16,-8 2 15,-9-1-15,-6 1 16,-16-3-16,18 4 16,-18-4-16,0 0 15,0 0-15,0 0 16,0 0-16,9 11 15,-9-11-15,0 0 16</inkml:trace>
  <inkml:trace contextRef="#ctx0" brushRef="#br0" timeOffset="39608.69">17611 5507 0,'0'0'0,"0"0"0,0 0 16,0 0-16,0 0 15,6 0-15,12 0 16,29 0-16,32 0 15,12 0 1,12 0-16,-3-3 16,3-2-16,3-3 15,-13 0-15,-7-1 16,-14 2-16,-19 1 16,-9 3-16,-11 0 15,-10 1-15,-8 0 16,-15 2-16,0 0 15,0 0 1,0 0-16,0 0 16,0 0-16,0 0 15</inkml:trace>
  <inkml:trace contextRef="#ctx0" brushRef="#br0" timeOffset="42691.51">19999 5624 0,'0'0'0,"0"0"0,0 0 15,0 0-15,0 0 16,0 0-16,0 0 15,0 0-15,0 0 16,0 0-16,0 0 16,0 0-16,0 3 15,0-3-15,0 0 16,0 0-16,0 0 16,0 0-1,0 0-15,0 0 16,0 0-16,3 12 15</inkml:trace>
  <inkml:trace contextRef="#ctx0" brushRef="#br0" timeOffset="42974.61">21194 5945 0,'0'0'0,"0"0"16,0 0-16,0 0 16,0 0-16</inkml:trace>
  <inkml:trace contextRef="#ctx0" brushRef="#br0" timeOffset="44425.3">10804 9013 0,'0'0'0,"0"0"0,0-2 0,0 2 16,0 0-16,0 0 15,0 0-15,0 0 16,0 0-16,0 0 16,0 0-16,18-6 15,-18 6-15,24-1 16,-8 1-16,0 0 16,-1 0-1,-15 0-15,31 0 16,-14 0-16,-1 1 15,-16-1-15,28 4 16,-28-4-16,23 8 16,-23-8-16,23 11 15,-23-11-15,21 15 16,-21-15-16,21 18 16,-21-18-16,19 18 15,-19-18 1,14 18-16,-14-18 15,12 21-15,-3-5 16,-1 2-16,-1 1 16,-1 2-16,-2-2 15,-2 1-15,-2 3 16,-2 3-16,-5 3 16,0 5-16,-3 0 15,0-4 1,0 2-16,-1-3 15,0 4-15,0 1 16,-1 4-16,1-1 16,-2-1-16,5-6 15,1-2-15,3-6 16,0-1-16,1-1 16,1-3-1,0-4-15,1-1 16,1-12-16,0 17 15,0-17-15,0 12 16,0-12-16,0 0 16,0 0-16,1 10 15,-1-10-15,0 0 16,0 0-16,0 0 16,0 0-1,0 0-15</inkml:trace>
  <inkml:trace contextRef="#ctx0" brushRef="#br0" timeOffset="46707.74">10845 9049 0,'0'0'0,"0"0"16,0 0-16,0-2 16,0 2-16,0 0 15,0 0-15,0 0 16,0 0-16,0 0 16,0 0-16,0 0 15,10 11-15,2 2 16,6 6-16,1 1 15,5 4 1,8 4-16,8 4 16,5 4-16,7-1 15,-1 0-15,5-1 16,-3-1-16,-3-2 16,-1-2-16,0-3 15,0-5-15,-4-1 16,-7-6-16,-6-1 15,-1-2-15,0 2 16,-3-3 0,-5-1-16,-6 0 15,-17-9-15,21 11 16,-21-11-16,0 0 16,15 10-16,-15-10 15,0 0-15,0 0 16,0 0-16,0 0 15,0 0-15</inkml:trace>
  <inkml:trace contextRef="#ctx0" brushRef="#br0" timeOffset="47390.63">11646 8986 0,'0'0'0,"0"0"16,0 0-16,0 0 15,0 0-15,0 0 16,0 0-16,0 0 16,0 0-16,0 0 15,0 3-15,0-3 16,0 0-16,0 0 15,-17 15-15,2-1 16,-3 3 0,-2 2-16,-2 0 15,0 1-15,-2 3 16,-2 1-16,-1 2 16,-1 0-16,-2 2 15,0 3-15,1-1 16,2-2-16,5-3 15,0-2-15,3 1 16,1-4 0,2-1-16,1-1 15,2-3-15,1-1 16,2-3-16,2 0 16,8-11-16,-14 17 15,14-17-15,-15 19 16,7-9-16,2 3 15,-3-1-15,2 3 16,-5 4 0,2-1-16,0 2 15,-3 0-15,-2 1 16,-1-3-16</inkml:trace>
  <inkml:trace contextRef="#ctx0" brushRef="#br0" timeOffset="52074.82">10977 9931 0,'0'0'0,"0"0"0,0 0 16,2 3-16,-2-3 16,0 0-16,0 0 15,0 0-15,0 0 16,0 0-16,0 0 15,0 0-15,0 0 16,0 0-16,-3 9 16,3-9-16,0 0 15,0 0-15,0 0 16,1 16 0,2-3-16,-1 1 15,1 3-15,1-1 16,-1 1-16,0-2 15,2 0-15,-1 1 16,0-1-16,3 2 16,-1 0-16,0 0 15,3-1-15,0 1 16,1 0 0,3-1-16,-2-4 15,-3-1-15,-8-11 16,13 15-16,-13-15 15,0 0-15,13 13 16,-13-13-16,0 0 16,0 0-16,0 0 15,0 0-15,15 6 16,-15-6 0,0 0-16,0 0 15,0 0-15,0 0 16,0 0-16,0 0 15,20-2-15,-20 2 16,26-8-16,-4 2 16,5-4-16,8-6 15,4-2-15,6-8 16,10-3 0,4-2-16,6-4 15,-3-1-15,3-5 16,2-3-16,0-2 15,-1 0-15,1-1 16,0 1-16,-2 0 16,3 0-16,-6 3 15,-2 4 1,0 0-16,-5 4 16,-4 5-16,-4 5 15,-6 3-15,-3 2 16,0 3-16,-4 0 15,-4 3-15,-2 0 16,-8 5-16,-3 3 16,-17 6-16,21-8 15,-21 8-15,0 0 16,0 0 0,17-5-16,-17 5 15,0 0-15,0 0 16,0 0-16,0 0 15,0 0-15,0 0 16,0 0-16,0 0 16,0 0-16,0 0 15,0 0-15,0 0 16,0 0 0,0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0-15,0 0 16,0 0-16,0 0 16,0 0-1,0 0-15,14 11 16,-14-11-16,0 0 15,0 0-15,0 0 16,0 0-16,0 0 16,0 0-16,0 0 15,0 0-15,0 0 16,0 0-16,0 0 16,0 0-1,0 0-15,0 0 16,0 0-16,0 0 15,0 0-15,0 0 16,0 0-16,0 0 16,0 0-16,0 0 15,0 0-15,0 0 16,0 0-16,0 0 16,0 0-1,0 0-15,0 0 16,0 0-16,0 0 15,0 0-15,0 0 16,0 0-16,0 0 16,0 0-16,0 0 15,0 0-15,0 0 16,0 0 0,0 0-16,0 0 15,0 0-15,0 0 16,0 0-16,0 0 15,0 0-15,0 0 16,0 0-16,0 0 16,0 0-16,2 10 15,-2-10-15,0 0 16,0 0-16,0 0 16,0 0-16,0 0 15,0 0 1,0 0-16,0 0 15,0 0-15,0 0 16,0 0-16,0 0 16,0 0-16,0 0 15,0 0-15,0 0 16,0 0-16,0 0 16,0 0-1,0 0-15,0 0 16,0 0-16,0 0 15,0 0-15,0 0 16,0 0-16,0 0 16,0 0-16,0 0 15,0 0-15,0 0 16,0 0-16,0 11 16,0-11-1,0 0-15,0 0 16,0 0-16,0 0 15,0 0-15,0 0 16,0 0-16,0 0 16,0 0-16,0 0 15,0 0-15,0 0 16,0 0-16,0 0 16,0 0-1,0 0-15,0 0 16,0 0-16,0 0 15,0 0-15,0 0 16,0 0-16,0 0 16,0 0-16,0 0 15,0 0-15,0 0 16,2 10-16,-2-10 16,0 0-1,0 0-15,0 0 16,0 0-16,0 0 15,0 0-15,0 0 16,0 0-16,0 0 16,0 0-16,0 0 15,0 0-15,0 0 16,0 0-16,0 0 16,0 0-16,0 0 15,0 0 1,0 0-16,0 0 15,0 0-15,0 0 16,0 0-16,0 0 16,0 0-16,0 0 15,0 0-15,0 0 16,0 0-16,0 0 16,0 0-1,0 0-15,0 0 0,0 0 16,0 0-1,0 0-15,0 0 16,0 0-16,0 0 16,0 0-16,0 0 15,0 0-15,0 0 16,0 0-16,0 0 16,0 0-1,0 0-15,0 0 16,0 0-16,0 0 15,0 0-15,0 0 16,0 0-16,0 0 16,0 0-16,0 0 15,0 0-15,0 0 16,0 0-16,0 0 16,0 0-16,0 0 15,0 0 1,0 0-16,0 0 15,0 0-15,0 0 16,0 0-16</inkml:trace>
  <inkml:trace contextRef="#ctx0" brushRef="#br0" timeOffset="56274.83">2098 9769 0,'0'0'0,"0"0"0,0 0 15,0 0-15,0 0 16,0-4-16,0 4 15,0 0-15,0 0 16,-9-10 0,9 10-16,0 0 15,-12-13-15,12 13 16,-15-14-16,3 4 16,-1-3-16,-3-1 15,-4-3-15,0 2 16,-2 0-16,3 0 15,1 3 1,-2 1-16,0-1 16,1 1-16,-1 1 15,-2 0-15,1 1 16,1 0-16,0 0 16,1 2-16,-1-1 15,-1 2-15,0-1 16,-2 1-16,-1 2 15,-4 0 1,-6 1-16,0 3 16,2 1-16,1 3 15,4 0-15,2-2 16,2 2-16,4-2 16,0 1-16,2-1 15,0 1-15,-1-1 16,0 1-16,-2 0 15,-3-1 1,3 1-16,-2 0 16,-2-1-16,0 0 15,0 2-15,1-2 16,1 2-16,-3 0 16,-2 4-16,-1 1 15,-1 4-15,0 1 16,2 2-16,-1 3 15,0 3-15,-2 1 16,0 3 0,0 0-16,-1 2 15,0-1-15,0-1 16,3-2-16,4 0 16,3-4-16,7-4 15,4-4-15,10-12 16,-12 14-16,12-14 15,-6 10-15,6-10 16,0 0 0,-5 12-16,5-12 15,-4 10-15,4-10 16,-2 16-16,2-16 16,-2 17-16,2-7 15,0 2-15,1 1 16,0-1-16,1 0 15,0-2-15,0 0 16,3 0 0,-5-10-16,9 20 15,-9-20-15,12 19 16,-4-8-16,1-1 16,0 1-16,1-1 15,-10-10-15,19 18 16,-19-18-16,16 17 15,-16-17 1,19 18-16,-19-18 16,18 15-16,-7-5 15,2 2-15,1 0 16,0 0-16,-14-12 16,22 18-16,-22-18 15,19 15-15,-19-15 16,21 15-16,-21-15 15,19 11-15,-19-11 16,21 11 0,-21-11-16,24 11 15,-24-11-15,25 11 16,-25-11-16,28 10 16,-9-5-16,-1-1 15,0 0-15,0-1 16,-1 1-16,2-3 15,0 0 1,1-1-16,-2 0 0,4-1 16,0 0-1,3-3-15,0 1 16,0-1-16,1 2 16,-1 0-16,0 0 15,-3-1-15,0 0 16,2 0-16,-1-1 15,0-2-15,0 1 16,1-1 0,-2-1-16,0 1 15,-3 1-15,-1-1 16,-1 1-16,2 0 16,3-2-16,0 1 15,0-1-15,-1 1 16,-2 1-1,1 0-15,-2 0 0,-1 0 16,1-1-16,2 1 16,0 0-1,0-1-15,2 1 16,-1 0-16,1 0 16,-2 0-16,0 0 15,0 0-15,2 0 16,1-1-16,-1 2 15,3-2-15,1 1 16,0-2-16,0 2 16,-5 0-1,-1 0-15,-3 0 16,-17 5-16,26-10 16,-26 10-16,22-8 15,-22 8-15,0 0 16,19-9-16,-19 9 15,0 0-15,0 0 16,18-13-16,-18 13 16,0 0-1,8-13-15,-8 13 16,0 0-16,7-15 16,-7 15-16,2-10 15,-2 10-15,0-10 16,0 10-16,0-16 15,0 5-15,0-6 16,-2-7-16,2 0 16,-2-1-1,1-2-15,0 2 16,1 0-16,0 2 16,1 1-16,0 1 15,1 0-15,-2 1 16,2-2-16,1-3 15,1-1-15,-1 0 16,1 0 0,-2 7-16,1 4 15,-2 1-15,0 2 16,0 1-16,-1 11 16,0-15-16,0 15 15,-3-15-15,3 15 16,-9-16-16,9 16 15,-12-14-15,12 14 16,-15-13-16,15 13 16,-18-11-1,18 11-15,-21-6 16,21 6-16,-23-4 16,23 4-16,-27-1 15,27 1-15,-22 1 16,22-1-16,-19 3 15,19-3-15,0 0 16,-17 4-16,17-4 16,0 0-1,0 0-15,-16 8 16,16-8-16,0 0 16,0 0-16,-7 10 15,7-10-15</inkml:trace>
  <inkml:trace contextRef="#ctx0" brushRef="#br0" timeOffset="60774.05">21774 7733 0,'0'0'0,"0"0"16,0 0-16,0 0 16,1 3-16,-1-3 15,6 10-15,-1 2 16,4 5-1,-1 1-15,3 0 16,-2 1-16,0-2 16,3 4-16,-3 0 15,2-2-15,-1-3 16,-1 0-16,0-1 16,0 0-16,0-3 15,0-2-15,-9-10 16,17 17-1,-17-17-15,17 14 16,-17-14-16,19 8 16,-19-8-16,34-1 15,-11-6-15,5-3 16,5-5-16,2-9 16,4-8-16,3-9 15,2-5 1,6-6-16,-2 2 0,2-2 15,-1 1 1,-1 0-16,0 2 16,-1 0-16,0 0 15,-2 3-15,-1 1 16,1-1-16,2 0 16,-1 0-16,7-2 15,-1 1-15,0 1 16,-1 3-16,0 4 15,-3 2 1,-5 5-16,-1 4 16,-7 4-16,-7 5 15,-4 4-15,-6 3 16,-18 12-16,25-17 16,-25 17-16,16-12 15,-16 12-15,0 0 16,0 0-16,17-10 15,-17 10 1,0 0-16,0 0 16,0 0-16,0 0 15,0 0-15,0 0 16,0 0-16,21-9 16,-4 2-16,13-6 15</inkml:trace>
  <inkml:trace contextRef="#ctx0" brushRef="#br0" timeOffset="118707.3">22013 3486 0,'0'0'0,"0"0"0,0 0 0,0 0 15,0 0-15,0 0 16,0 0-16,3 1 16,-3-1-16,0 0 15,16 4-15,-16-4 16,22 8 0,-22-8-16,29 8 15,-11-2-15,0-1 16,-2-1-16,-16-4 15,29 9-15,-29-9 16,21 5-16,-21-5 16,20 3-16,-20-3 15,18 3-15,-18-3 16,19 4-16,-19-4 16,0 0-1,18 2-15,-18-2 16,0 0-16,0 0 15,0 0-15,0 0 16,0 0-16</inkml:trace>
  <inkml:trace contextRef="#ctx0" brushRef="#br0" timeOffset="121090.71">10490 7242 0,'0'0'0,"8"-2"0,-8 2 0,54-15 15,4 4-15,5-1 16,0 4-16,0 6 16,0 4-16,-5 4 15,-5 1-15,0 6 16,-4 6-1,-2 4-15,-5 2 16,-1 4-16,-1 4 16,-5 5-16,-2 4 15,-4 4-15,-1 8 16,-4 11-16,-6 6 16,-6 5-16,-3 9 15,-3 5-15,-9 10 16,-7 10-1,-7 7-15,-5 1 16,0 3-16,-2-1 16,0 2-16,0 1 15,4-9-15,-3 0 16,8-6-16,3 0 16,6-1-16,3 1 15,3-2-15,0 1 16,3 0-1,-2-4-15,0 0 16,1 1-16,0-3 16,3 1-16,-3-2 15,0-2-15,1-6 16,-2-2-16,1-2 16,2-4-16,-2-3 15,-2-6 1,-4-6-16,-1-6 15,-5-3-15,3-7 16,-4-5-16,1-6 16,-1-4-16,1-7 15,3-5-15,-2-5 16,4-6-16,1-2 16,4-13-16,-9 17 15,9-17-15,0 0 16,-28 13-1,8-9-15,-7 2 16,-6-1-16,-7 0 16,-2-1-16,-3-2 15,-5 2-15,0-2 16,0 0-16,2 1 16,7-1-16,1 0 15,1 0-15,5 2 16,4-2-16,-2 0 15,-4 0 1</inkml:trace>
  <inkml:trace contextRef="#ctx0" brushRef="#br0" timeOffset="122656.48">18481 4165 0,'0'0'0,"9"0"0,-9 0 15,45-3-15,2 1 16,17 0-16,10-4 15,5 0 1,9-1-16,10-2 16,13 0-16,12 0 15,5 0-15,9 0 16,2-1-16,-4 2 16,2-1-16,-2 0 15,-5 2-15,3 4 16,1 1-16,3 2 15,1-2-15,3 2 16,1 0 0,-1 4-16,0-1 15,-2 2-15,2 0 16,4-1-16,-4-1 16,1 1-16,-1 0 15,-1 0-15,-6 0 16,3-1-16,-10 2 15,-2-1 1,-6 0-16,-8-2 16,-2 0-16,-6 1 15,-1-1-15,0 1 16,-4 0-16,-5-1 16,0 1-16,-11-3 15,-4-1-15,-5-1 16,-13 2-16,-8-1 15,-9-2-15,-10 2 16,-9 0 0,-24 1-16,24 0 15,-24 0-15,0 0 16,0 0-16,0 0 16,0 0-16,0 0 15,0 0-15</inkml:trace>
  <inkml:trace contextRef="#ctx0" brushRef="#br0" timeOffset="126340.87">22242 3178 0,'0'0'0,"0"0"0,0 0 15,0 0 1,0 2-16,0-2 15,0 0-15,0 12 16,0-12-16,2 20 16,1 5-16,4 16 15,0 10-15,4 2 16,3-2 0,6-2-16,7-1 15,2-8-15,3-8 16,7-2-16,8-8 15,6-6-15,11-8 16,14-16-16,18-15 16,23-28-16,19-34 15,17-37-15,12-27 16,14-28 0,0-10-16,-8-3 15,-7 11-15,-3 1 16,-7 22-16,14 34 15,-18 18-15,24 29 16,359-131 0</inkml:trace>
  <inkml:trace contextRef="#ctx0" brushRef="#br0" timeOffset="129290.1">22482 3322 0,'0'0'0,"0"0"0,0 0 16</inkml:trace>
  <inkml:trace contextRef="#ctx0" brushRef="#br0" timeOffset="129456.77">22470 3271 0,'0'0'0,"0"0"0,0 0 0,0 0 16,0 0 0</inkml:trace>
  <inkml:trace contextRef="#ctx0" brushRef="#br0" timeOffset="133473.26">11970 639 0,'0'0'0,"0"0"0,0 0 15,0 0-15,0 0 16,0 0-16,0 0 16,-4-2-16,4 2 15,-17-2-15,-3-2 16,-14 3 0,-11 6-16,-7 3 15,-1 6-15,-4 5 16,4 6-16,3 3 15,7-2-15,8 0 16,4 0-16,-3 6 16,3 5-16,3 0 15,7-3-15,3 3 16,2 1-16,6 1 16,3 0-1,5-6-15,2-1 16,4 3-16,5-1 15,5 2-15,5-3 16,5-7-16,3-2 16,3-8-16,6-2 15,-1-6-15,1-1 16,-3-5-16,-8 0 16,-5-2-1,-20 0-15,24-3 16,-24 3-16,0 0 15,14 0-15,-14 0 16,0 0-16</inkml:trace>
  <inkml:trace contextRef="#ctx0" brushRef="#br0" timeOffset="134306.06">12382 934 0,'0'0'0,"0"0"16,0 0-16,0 0 15,0-2-15,0 2 16,0 0-16,0 0 16,-16-11-16,16 11 15,-33-13-15,7 8 16,-7 4-16,-8 5 16,-4 13-1,0 11-15,2 9 16,7 3-16,3 0 15,2-1-15,7-1 16,6 1-16,7-4 16,5-2-16,3-4 15,5-7-15,1-3 16,2-4-16,2-1 16,2-2-16,-9-12 15,26 11 1,-8-11-16,5-9 15,1-8-15,1-4 16,-3-3-16,2-7 16,2-10-16,3-8 15,-4 1-15,-6 8 16,-6 7 0,-4 7-16,-4 9 15,-2 2-15,-3 15 16,4-16-16,-4 16 15,0 0-15,0-10 16,0 10-16,0 0 16,0 0-16,0 0 15,6 14-15,1 4 16,2 9-16,3 5 16,0 1-1,0-1-15,-1 0 16,0-6-16,2 0 15,1-3-15,3-1 16,1-3-16,2-3 16,3-3-16,1-3 15,-2-3-15,1-5 16,-2-3-16,4-4 16,-1-4-1,0 0-15,-3-4 16,-3-2-16</inkml:trace>
  <inkml:trace contextRef="#ctx0" brushRef="#br0" timeOffset="135173.32">12741 728 0,'0'0'0,"0"0"15,0 0-15,0 0 16,0 0-16,7 6 15,4 4-15,9 8 16,9 4-16,6 1 16,3 1-16,3-1 15,-1 0-15,-4-2 16,3 1-16,-2 1 16,0 7-1,-3 0-15,-1 0 16,-4 0-16,-5-4 15,-4-2-15,-4-4 16,-3-1-16,-2-4 16,-4-2-16,-1-2 15,-1-1-15,-5-10 16,5 14-16,-5-14 16,2 11-16,-2-11 15,-7 15-15,-6-4 16,-7-1-1,-8-2-15,-3-4 16,1-3-16,-2-3 16,1-5-16,0-2 15,0-2-15,5-1 16,0-1-16,5-1 16,-1-3-16,5 0 15,6 0 1,3-5-16,5-5 15,8-10-15,9-10 16,14-5-16,13-3 16,8 0-16,10-1 15,2 1-15,-2 4 16,-10 7-16,-6 7 16,-11 8-16,-10 10 15,-8 6 1,-14 13-16,0 0 15</inkml:trace>
  <inkml:trace contextRef="#ctx0" brushRef="#br0" timeOffset="195272.99">14448 699 0,'0'0'0,"0"0"0,0 0 0,0 0 16,0 0-16,0 0 15,0 0-15,3-4 16,-3 4 0,27-15-16,-2 0 15,3 0-15,0 0 16,2-1-16,-6 2 15,1 5-15,2 1 16,3 1-16,2 3 16,4 3-16,-2 1 15,-1 3-15,-7-1 16,-1 3-16,-5 0 16,-2 2-1,-1 0-15,-17-7 16,26 21-16,-16-9 15,-1 1-15,-3 0 16,0-1-16,-2 2 16,-1 1-16,-3 3 15,-1 0-15,-5 3 16,-4 3-16,-6 1 16,-11 3-16,-3 2 15,-8 1 1,2-3-16,1-2 15,5-5-15,2-2 16,4-4-16,3 1 16,2-5-16,3-1 15,16-10-15,-24 15 16,24-15-16,-17 9 16,17-9-1,0 0-15,-15 4 16,15-4-16,0 0 15,0 0-15,0 0 16,0 0-16,-18-3 16,18 3-16,0 0 15,0 0-15,0 0 16,0 0-16,0 0 16,0 0-1,0 0-15,0 0 16,0 0-16,0 0 15,0 0-15,0 0 16,0 0-16,0 0 16,0 0-16,0 0 15,-12 26-15,12-5 16,0 0-16,0 1 16,0 1-1,0-4-15,0-1 16,0-3-16,0 0 15,0-2-15,0-3 16,0-10-16,0 16 16,0-16-16,0 0 15,0 13-15,0-13 16,0 0-16,0 0 16,0 0-1</inkml:trace>
  <inkml:trace contextRef="#ctx0" brushRef="#br0" timeOffset="195605.37">14426 1805 0,'0'0'0,"0"0"16,0 0-16,0 0 15,0 0 1,0 0-16,0 0 15,0 0-15,0 0 16,0 0-16,0 0 16,0 0-16,0 0 15,0 0-15</inkml:trace>
  <inkml:trace contextRef="#ctx0" brushRef="#br0" timeOffset="197373.07">15423 1008 0,'0'0'0,"0"0"16,0 0-16,0 0 16,0 0-16,0 0 15,0 0-15,0 0 16,0 4-1,0-4-15,1 16 16,0-5-16,1 1 16,0-1-16,0-1 15,-2-10-15,3 17 16,-3-17-16,3 14 16,-3-14-16,3 10 15,-3-10-15,9 11 16,-9-11-1,23 13-15,-7-7 16,4 0-16,3-2 16,1-3-16,5-3 15,4-4-15,4-4 16,3-4-16,4-4 16,6-6-16,1-4 15,4-5-15,-1-1 16,4 0-16,-2 0 15,0 2 1,5-3-16,-3-3 16,5-3-16,0-1 15,-2 0-15,-2 2 16,-8 6-16,-2 2 16,-8 7-16,-9 9 15,-4 3-15,-9 5 16,-19 8-16,23-8 15,-23 8 1,0 0-16,0 0 16,16 0-16,-16 0 15,0 0-15,4 10 16</inkml:trace>
  <inkml:trace contextRef="#ctx0" brushRef="#br0" timeOffset="201006.03">16896 741 0,'0'0'0,"0"0"0,0 0 16,0 0-16,0 0 15,0 0 1,0 6-16,-1 4 16,-1 10-16,0 10 15,0 7-15,-3 6 16,3 4-16,-2 4 15,-2 0-15,-4 2 16,-1-3-16,-3 4 16,-3 6-16,0 3 15,2-5 1,2-4-16,0-5 0,4-7 16,-1 0-1,0-3-15,4-6 16,-1-5-16,2-4 15,3-7-15,-1-5 16,3-12-16,-4 15 16,4-15-16,0 0 15</inkml:trace>
  <inkml:trace contextRef="#ctx0" brushRef="#br0" timeOffset="201706.65">16788 692 0,'0'0'0,"0"0"16,0 0-16,2-4 15,-2 4-15,23-20 16,2-1 0,14-2-16,9 2 15,2 3-15,5 5 16,7 5-16,2 0 15,3 5-15,-4 2 16,-8 1-16,3 3 16,-2 6-16,-8 1 15,-8 4-15,-6 0 16,-2 4-16,-1 5 16,-5 5-1,-6-2-15,-7 2 16,-5-2-16,-3 2 15,-7 3-15,-8 5 16,-9 5-16,-8 4 16,-12 2-16,-8-3 15,-3-3-15,-9-4 16,-4-5-16,-3-4 16,-1-8-1,5-3-15,3-5 16,5-3-16,0 0 15,3-6-15,9-2 16,8-1-16,9-1 16,7 0-16,18 1 15,-23-2-15,23 2 16,0 0 0,-16-5-16,16 5 15,0 0-15,0 0 16,-1-13-16,11-6 15</inkml:trace>
  <inkml:trace contextRef="#ctx0" brushRef="#br0" timeOffset="202406.78">18370 421 0,'0'0'0,"0"0"0,0 0 15,0 0-15,-2 2 16,2-2-16,-13 27 16,-3 7-16,-3 7 15,-3 6 1,-3 5-16,0 4 15,3 2-15,2 0 16,3 1-16,-2 6 16,3-1-16,4-2 15,2 2-15,5-5 16,5 1-16,3 1 16,7 0-1,4-8-15,8-5 16,5-7-16,4-4 15,8-1-15,4-5 16,4-5-16,3-9 16,6-11-16,2-4 15,4-11-15,-4-10 16,1-7 0,2-22-16</inkml:trace>
  <inkml:trace contextRef="#ctx0" brushRef="#br0" timeOffset="202855.82">18855 488 0,'0'0'0,"4"0"0,-4 0 16,23 0-16,11 2 15,14 8 1,8 7-16,0 6 15,3 9-15,-3 6 16,-6 3-16,1 7 16,-7 0-16,-8-3 15,-9-2-15,-11-2 16,-6 6-16,-2 7 16,-11 2-16,-7-4 15,-11 4 1,-9 1-16,-10 7 15,-10 0-15,-6-6 16,0-10-16,8-11 16</inkml:trace>
  <inkml:trace contextRef="#ctx0" brushRef="#br0" timeOffset="204138.96">18946 1171 0,'0'0'0,"0"0"0,0 0 0,0 0 15,0 0-15,0 0 16,0 0-16,0 0 16,1-2-16,-1 2 15,25-28-15,13-13 16,12-14-16,0 3 16,4 0-16,5 0 15,8 2-15,8 1 16,-1 4-1,1 3-15,2 2 16,-3 6-16,5 4 16,-7 10-16,2 2 15,1 5-15,-10 5 16,4 4-16,-3 4 16,2 5-16,-4 3 15,-7 4-15,-4 3 16,-3 2-1,-5 0-15,-5-1 16,-6 3-16,-3-1 16,-1 1-16,-3-2 15,-6-4-15,-4-2 16,-17-11-16,21 11 16,-21-11-16,0 0 15,14 13 1,-14-13-16,0 0 15,0 0-15,0 0 16,0 0-16,0 0 16,0 0-16,0 0 15,0 0-15,-3-13 16,-14-18-16,-9-11 16,-7 3-16,-5 3 15,-4 4 1,2 3-16,4 5 15,1 2-15,1 2 16,0 0-16,3 2 16,2 2-16,5 3 15,8 4-15,16 9 16,-24-14-16,24 14 16,0 0-16,-15-9 15,15 9-15,0 0 16,0 0-1,0 0-15,0 0 16,0 0-16,33 6 16,6 6-16,7 7 15,1 2-15,0 4 16,1 2-16,-5 2 16,-3-1-16,-4 1 15,-5 4-15,-6 4 16,-7 1-1,-6-5-15,-5-1 16,-4 0-16,-9 1 16,-14 10-16,-17 11 15,-26 7-15,-18 6 16,-13-5-16,-10-7 16</inkml:trace>
  <inkml:trace contextRef="#ctx0" brushRef="#br0" timeOffset="208756.31">19289 4129 0,'0'0'0,"0"0"16,0 0-16,0 0 16,0 0-16,9 0 15,13 0-15,12 0 16,11 0-16,0 0 15,5 0-15,8-1 16,7-4-16,0 1 16,-3 0-16,0-3 15,0 1 1,4 0-16,-4-1 16,0 1-16,3-1 15,3 0-15,2 1 16,-1-1-16,0 4 15,-1 0-15,-6 3 16,0 0-16,-3 3 16,-1-1-16,2 1 15,-2 0 1,-3 1-16,0-1 16,-2 1-16,5 0 15,4 0-15,5 0 16,-3-1-16,7 2 15,0-1-15,1 0 16,2-1-16,-7-2 16,3-1-16,1-1 15,-2 1-15,-1 0 16,-1 0 0,1 0-16,-1 0 15,2 0-15,3 0 16,5 0-16,2 0 15,3 0-15,3 0 16,-1 0-16,1 0 16,-5 0-16,-3 0 15,-4 0 1,-9 0-16,-6 0 16,-7 0-16,-4 0 15,-1 0-15,-2 0 16,-5 0-16,-3 0 15,-4 0-15,-6 0 16,0 0-16,-4-1 16,-4-1-16,-1 2 15,-2-4 1,-15 4-16,24-4 16,-24 4-16,0 0 15,20-8-15,-20 8 16,0 0-16,0 0 15,0 0-15,0 0 16,0 0-16,0 0 16,0 0-1,0 0-15,0 0 16,0 0-16,0 0 16,0 0-16,0 0 15,0 0-15,0 0 16,0 0-16,0 0 15,0 0-15,0 0 16,0 0-16,0 0 16,0 0-16,0 0 15,0 0-15,0 0 16,0 0 0,0 0-16,0 0 15,0 0-15,0 0 16,0 0-16,0 0 15,0 0-15,0 0 16,0 0-16,0 0 16,0 0-16,0 0 15,15 12-15,-15-12 16,2 11 0</inkml:trace>
  <inkml:trace contextRef="#ctx0" brushRef="#br0" timeOffset="210239.52">22778 4271 0,'0'0'0,"0"0"0,0 0 16,0 0-16,2-2 16,-2 2-1,0 0-15,0 0 16,0 0-16,19-1 15,-19 1-15,35 1 16,-8 0-16,4 1 16,1 0-16,-1 2 15,0-2-15,-1 1 16,3-1 0,0 1-16,1-1 15,-3 2-15,1-2 16,0 0-16,-1 1 15,-2 1-15,-1 0 16,0 2-16,0 0 16,-2 2-16,2 0 15,-1 0-15,-4-1 16,-1-1-16,-2-1 16,-3-1-1,-17-4-15,32 13 16,-32-13-16,30 13 15,-30-13-15,22 11 16,-22-11-16,17 10 16,-17-10-16,15 11 15,-15-11-15,0 0 16,18 13 0,-18-13-16,0 0 15,10 10-15,-10-10 16,0 0-16,0 0 15,8 11-15,-8-11 16,0 0-16,0 0 16,0 0-16,0 0 15,0 0-15,2 10 16,-2-10-16,0 0 16,0 0-16,0 0 15,0 0 1,0 0-16,0 0 15,0 0-15,0 0 16,0 0-16,0 0 16,0 0-16,0 0 15,0 0-15,0 0 16,0 0-16,0 0 16,0 0-1,0 0-15,0 0 16,0 0-16,0 0 15,0 0-15,0 0 16,0 0-16,0 0 16,0 0-16,0 0 15,0 0-15,0 0 16,0 0-16,0 0 16,0 0-1,0 0-15,0 0 16,0 0-16,0 0 15,0 0-15,0 0 16,0 0-16,0 0 16,0 0-16,0 0 15</inkml:trace>
  <inkml:trace contextRef="#ctx0" brushRef="#br0" timeOffset="210722.47">22375 4583 0,'0'0'0,"0"0"15,-3 2-15,3-2 16,0 0-16,0 0 16,0 0-16,-20-1 15</inkml:trace>
  <inkml:trace contextRef="#ctx0" brushRef="#br0" timeOffset="214539.08">22492 4061 0,'0'0'0,"0"0"15,0 0 1,0 0-16,0 0 15,0 0-15,0 0 16,3 0-16,-3 0 16,0 0-16,0 0 15,0 0-15,0 0 16,18-5-16,-1-1 16,11-3-16,4-1 15,-1-1-15,0 2 16,4-1-1,3 0-15,6 1 16,7 0-16,3 2 16,-1 1-16,5 2 15,-1 1-15,0 2 16,-5 2-16,-4 2 16,-2 3-16,-2 1 15,-1 1 1,-4 3-16,-4 0 15,-3-1-15,-2 1 16,-3 0-16,-1 0 16,0 3-16,5 4 15,-4 1-15,1 3 16,-4-1-16,-3-3 16,0 3-16,2 3 15,-1 0-15,1 2 16,-4-1-1,0-2-15,-3-2 16,0-1-16,0 1 16,0 3-16,0 4 15,1 2-15,-3-2 16,-3-4-16,-1 1 16,-1-4-16,-2 3 15,0 0-15,0 1 16,0 2-1,0 0-15,-1 0 16,0-2-16,-1 1 16,-1 0-16,-1-2 15,-1 2-15,0 2 16,-2 2-16,-2 2 16,0 0-16,-1 1 15,1-3-15,0 0 16,-1-2-16,1 2 15,-1-2 1,-2 5-16,-2-2 16,-1 1-16,-2-2 15,0-2-15,1 1 16,0-2-16,0 0 16,-2 0-16,-1 2 15,0 0-15,2-1 16,-2-1-1,3-3-15,0 0 16,1-1-16,-2 1 16,1 2-16,-1 1 15,0 2-15,0-3 16,0 2-16,1-2 16,0-2-16,0-1 15,-2 1-15,-2-1 16,1 2-1,-4 0-15,2-1 16,0-2-16,1 1 16,0-2-16,0-1 15,-1-2-15,0 2 16,0-2-16,2-1 16,0 0-16,0 1 15,2-3-15,-1 0 16,1-2-16,1 1 15,1-2 1,-2-1-16,1 1 16,-2 3-16,0 1 15,-3 1-15,0 2 16,0-1-16,0-2 16,2 1-16,-1 0 15,0 0-15,-1 1 16,-1 2-16,-2 0 15,-1 1 1,-1-2-16,2 1 16,0-2-16,2-1 15,-1 0-15,-1 2 16,-2 2-16,-2 1 16,1 0-16,-2 2 15,2-1-15,2-3 16,0 4-16,-1-1 15,-2 1-15,2-3 16,1-3 0,2 1-16,0-4 15,2 1-15,-1-2 16,2 0-16,1 0 16,-1-3-16,-1 5 15,-2 2-15,1-1 16,0 0-1,2-1-15,0-2 16,0 0-16,2-2 16,-3 4-16,1-2 15,-2 2-15,1 0 16,-3 2-16,-1-2 16,2 0-16,-2 0 15,1-4-15,2 2 16,0-3-1,1-1-15,-1 2 16,-1 0-16,-1 1 16,-4 1-16,0 2 15,0-1-15,2-2 16,0 0-16,-1 0 16,-2 2-16,-5 2 15,2 0-15,-1-1 16,-1 1-16,2 0 15,-3 0-15,1 3 16,-3-1 0,-4 5-16,0-3 15,1 1-15,1-1 16,-1 1-16,-1 2 16,2-3-16,-2 1 15,7-2-15,1-4 16,0-1-16,4 0 15,-1-1-15,5-1 16,1-3 0,17-10-16,-28 18 15,28-18-15,-21 12 16,21-12-16,-18 11 16,18-11-16,-16 10 15,16-10-15,0 0 16,-15 10-16,15-10 15,0 0-15,0 0 16,0 0 0,0 0-16,-11 10 15,11-10-15,0 0 16,0 0-16,0 0 16,0 0-16,0 0 15,-9-15-15,9 15 16,1-17-16,0 7 15,1 0 1,0-3-16,1 1 16,-1-3-16,1-1 15,-2 1-15,2 4 16,0-3-16,3-6 16,0-9-16,4-10 15,-1-3-15,1 0 16,1 2-16,2 2 15,0 2 1,-1 5-16,1 1 16,0-3-16,1 3 15,-2 2-15,-2 3 16,-1 1-16,1 3 16,-2-1-16,4-2 15,-1-2-15,1 0 16,-2 2-16,0 0 15,-2 3 1,-2 6-16,-2 3 16,-4 12-16,6-14 15,-6 14-15,0 0 16,0 0-16,0 0 16,0 0-16,0 0 15,0 0-15,0 0 16,0 0-16,0 0 15,0 0-15,4 11 16,-4-11 0,-2 17-16,2-17 15,-4 19-15,3-8 16,-1 6-16,-3 7 16,-8 13-16,-7 11 15,-2-3-15,2 0 16,-1-7-16,1 0 15,2 2-15,-3 0 16,1-1-16,4-6 16,2-3-1,-1-1-15,4-2 16,-2 2-16,2-1 16,1-2-16,3-4 15,0-3-15,3-2 16,0 0-16,-1 0 15,0-2-15,2 2 16,0-1 0,-2-1-16,2 0 15,0-3-15,1 0 16,0 0-16,0 0 16,-2 0-16,2-1 15,0 0-15,-1 2 16,2-3-16,1-10 15,-2 14 1,2-14-16,0 0 16,0 0-16,-5 10 15,5-10-15,0 0 16,0 0-16,0 0 16,0 0-16,0 0 15,0 0-15,0 0 16,0 0-16,0 0 15,0 0-15,0 0 16,0 0-16,0 0 16,0 0-1,18 9-15,-18-9 16,0 0-16,25 2 16,-3 0-16,3 4 15,2 1-15,6 2 16,5 5-16,0 4 15,4 1-15,1 1 16,4 4 0,4 1-16,3 2 15,-4-3-15,-5-2 16,1 0-16,1 1 16,1 1-16,-2-3 15,-4 0-15,0 0 16,-1-2-16,-3-1 15,-1-1-15,-6-3 16,-2 0-16,-1-1 16,-2-1-1,-3-1-15,-5-3 16,-18-8-16,22 14 16,-22-14-16,0 0 15,17 12-15,-17-12 16,0 0-16,0 0 15,0 0-15,0 0 16,0 0 0,0 0-16,0 0 15,0 0-15,0 0 16,0 0-16,0 0 16,0 0-16,0 0 15</inkml:trace>
  <inkml:trace contextRef="#ctx0" brushRef="#br0" timeOffset="-214407.78">21602 3854 0,'0'0'0,"0"0"15,0 0-15,0 0 16,0 0-16,0 0 16</inkml:trace>
  <inkml:trace contextRef="#ctx0" brushRef="#br0" timeOffset="-212841.3">21498 7261 0,'0'0'0,"0"0"0,0-5 15,0 5-15,-2-12 16,0 1-16,-3-4 15,-3-9-15,-8-6 16,-5-5-16,-1-3 16,-4-1-1,-2 0-15,-5-1 0,-10 5 16,-8 1 0,-8 6-16,-2 3 15,-1 10-15,-12 7 16,-9 8-16,-11 11 15,-3 11-15,-7 14 16,-4 9-16,0 3 16,0 8-16,2 6 15,4 9-15,8-2 16,4 3 0,4 4-16,8 0 15,7 4-15,6 2 16,11 0-16,6 1 15,11 2-15,7 6 16,11 1-16,8 4 16,11-3-16,11 0 15,7 9 1,9-3-16,12 4 16,13-5-16,9-3 15,7-3-15,5-11 16,9-3-16,10-2 15,6-8-15,7-3 16,-6-14-16,-5-14 16,2-7-16,-4-11 15,-4-11-15,7-8 16,1-11-16,11-13 16,6-15-1,-1-16-15,8-13 16,-4-12-16,0-10 15,-7-3-15,-5-3 16,-8-1-16,-10-5 16,-6-6-16,-6-6 15,-10 5-15,-9 0 16,-15-4 0,-10 2-16,-11 2 15,-9-3-15,-13 11 16,-14-7-16,-14 4 15,-24 5-15,-6 3 16,-16 6-16,-13 8 16,-14 7-16,-23 4 15,-5 7-15,-19 9 16,-2 14-16,-31 10 16,-29 12-1,-13 9-15,-25 12 16</inkml:trace>
  <inkml:trace contextRef="#ctx0" brushRef="#br0" timeOffset="-184490.51">11173 3879 0,'0'0'0,"0"0"0,0 0 0,0 0 0,16-1 16,17-3-16,25 1 15,7-1-15,4 0 16,-4 0-16,-6 1 15,-7 1-15,-6 0 16,-6-2-16,-4-1 16,-11 0-1,-4 0-15,-21 5 16</inkml:trace>
  <inkml:trace contextRef="#ctx0" brushRef="#br0" timeOffset="-183874.56">11338 3971 0,'0'0'0,"0"0"16,0 0-16,-4 3 16,4-3-16,-14 25 15,1-4-15,3 3 16,1 1-16,-1 0 15,1-3-15,2-1 16,-1-4-16,2-2 16,0-3-1,-1-2-15,7-10 16,-7 13-16,7-13 16,0 0-16,0 0 15,0 0-15,-3 12 16,3-12-16,37 23 15,-4-9-15,12-1 16,5 0 0,0-2-16,0 2 15,-3-3-15,-5 2 16,-4 6-16,-9 2 16,-3 1-16,-8 2 15,-6-1-15,-1 4 16,-7 2-16,-4 0 15,-8 7-15,-11 6 16,-16 2-16,-13 5 16,-9-6-1,-10-5-15,-1-8 16,-3-9-16,5-5 16,4-3-16,5-6 15,5-3-15,3-2 16,8-2-16,8 0 15,9-1-15,8 0 16,16 2-16,-20-4 16,20 4-16</inkml:trace>
  <inkml:trace contextRef="#ctx0" brushRef="#br0" timeOffset="-183641.05">11927 4513 0,'0'0'0,"0"0"16,0 0 0,0 0-16,0 0 15,0 0-15,11 4 16,-11-4-16,34 7 15,-5-1-15,7-2 16,3-3-16,3-3 16,11-4-16,1-4 15</inkml:trace>
  <inkml:trace contextRef="#ctx0" brushRef="#br0" timeOffset="-183207.34">12998 4087 0,'0'0'0,"0"0"15,-7 2-15,-15 2 16,-30 6-16,-12 10 15,-6 8-15,8 6 16,4 2-16,1 7 16,5 6-16,6-3 15,4 1-15,7-2 16,7 3 0,4 3-16,9 2 15,10-1-15,8-4 16,15-4-16,13 3 15,23-4-15,19 1 16,17-4-16,10-6 16,-5-10-16,3-8 15,-1-17-15,-11-12 16,-12-10 0,-7-14-16</inkml:trace>
  <inkml:trace contextRef="#ctx0" brushRef="#br0" timeOffset="-182789.55">11240 3841 0,'0'0'0,"0"0"0,8 0 16,11 0 0,28 0-16,38 0 15,27 0-15,15 0 16,8 0-16,0 0 15,-4 0-15,1-2 16,3-1-16,-7-4 16</inkml:trace>
  <inkml:trace contextRef="#ctx0" brushRef="#br0" timeOffset="-177741.1">11036 5728 0,'0'0'0,"0"0"0,0 0 0,0 0 16,0 0-16,0 0 15,-1 4-15,1-4 16,0 19-16,0 0 15,0 7-15,0 4 16,0 5 0,2 3-16,1-1 15,2 0-15,2-5 16,-1-2-16,5-5 16,9-3-16,7 1 15,9-6-15,5-9 16,10-8-16,7-9 15,3-15 1,-3-9-16,-2-5 16,-8-4-16,-4 2 15,-9 2-15,-6 1 16,-5 7-16,-6 6 16,-6 5-16,-6 6 15,-6 13-15,7-11 16,-7 11-16,0 0 15,0 0-15,0 0 16,0 0 0,0 0-16,0 0 15,0 0-15,-10 10 16,2 7-16,-2 7 16,-3 12-16,-1 11 15,0 7-15,5 4 16,1-2-16,3 2 15,0 7-15,1 6 16,3-3 0,0-1-16,0-11 15,1 0-15,2-2 16,3-8-16,2-3 16</inkml:trace>
  <inkml:trace contextRef="#ctx0" brushRef="#br0" timeOffset="-177374.43">11933 6215 0,'0'0'0,"0"0"0,0 0 16,0 0-16,0 0 15,0 0-15,0 0 16,0 0-16,10 1 15,13 2-15,19 2 16,12-1-16,0-6 16,3-6-1,3-5-15</inkml:trace>
  <inkml:trace contextRef="#ctx0" brushRef="#br0" timeOffset="-177107.45">12752 5925 0,'0'0'0,"0"0"0,0 0 0,0 2 16,-4 9-16,-6 12 15,-1 18-15,-4 9 16,-1 11-16,-3 7 16,-3 11-1,2 0-15,2-6 16,3-6-16,7-15 16,1-16-16</inkml:trace>
  <inkml:trace contextRef="#ctx0" brushRef="#br0" timeOffset="-176458.11">12630 6143 0,'0'0'0,"0"0"0,0 0 0,0 0 0,0 0 15,-4-4-15,4 4 16,0 0-16,-2-11 16,2 11-1,6-14-15,3-7 16,18-14-16,21-14 16,10 0-16,6 5 15,1 11-15,-4 8 16,-12 9-16,-11 7 15,-8 3-15,-9 5 16,-5 2-16,-16-1 16,24 12-16,-24-12 15,16 20 1,-13 0-16,-7 12 16,-9 14-16,-13 6 15,-18 2-15,-7-5 16,-5-3-16,1-8 15,11-11-15,6-6 16,7-6-16,10-4 16,6-5-1,15-6-15,-17 8 16,17-8-16,0 0 16,0 0-16,0 0 15,0 0-15,0 0 16,0 0-16,37 14 15,9-3-15,5 4 16,3 2-16,3 5 16,2 5-1,3 2-15,4 1 16,2 1-16,5 3 16,3-3-16,4-13 15</inkml:trace>
  <inkml:trace contextRef="#ctx0" brushRef="#br0" timeOffset="-163041.45">13453 3482 0,'0'0'0,"0"0"0,0 0 0,0 0 16,0 0-16,1 5 16,1 13-16,5 27 15,-1 20-15,-4 8 16,-4 2-16,-2-2 15,-2 4 1,-1 1-16,0-10 16,0-2-16,3-13 15,1-2-15,6-2 16,3-5-16,2-3 16,3-5-16,1-6 15,0 0-15,4-7 16,2-4-1,0-2-15,5-1 16,3 0-16,7-4 16,7-2-16,11-6 15,6-5-15,3-4 16,8 0-16,0-4 16,4 3-16,5-5 15,2 3-15,4-1 16,-3 0-16,-1 0 15,-3-1-15,-4 4 16,-4-3 0,-5 2-16,-1-3 15,-9 1-15,-1-1 16,-9-2-16,-7 0 16,-5 1-16,-6-2 15,-5-2-15,-1-7 16,-2-3-16,-2-11 15,-3-5-15,-7-6 16,-2-6 0,-6-10-16,-6-3 15,-2-2-15,0 5 16,-3 0-16,3 0 16,-2 3-16,0-1 15,1 8-15,3 6 16,1 5-16,0 2 15,0 2-15,3 6 16,-1 4 0,3 7-16,2 4 15,1 4-15,1 2 16,-1 11-16,3-11 16,-3 11-16,0 0 15,0 0-15,0 0 16,0 0-16,0 0 15</inkml:trace>
  <inkml:trace contextRef="#ctx0" brushRef="#br0" timeOffset="-162391.55">13916 3581 0,'0'0'0,"0"0"16,0 0-16,0 0 15,0 3-15,0-3 16,0 0-16,0 10 15,0-10-15,2 25 16,1 2 0,0 2-16,3 6 15,1-3-15,1-4 16,-1-4-16,-2-1 16,1-4-16,-1 0 15,-1-1-15,1 0 16,1 1-16,-1 5 15,2 2-15,0 2 16,0 0 0,-1-5-16,0-3 15,1-3-15</inkml:trace>
  <inkml:trace contextRef="#ctx0" brushRef="#br0" timeOffset="-161374.52">14283 3785 0,'0'0'0,"0"0"16,0 0-16,0 0 16,0 0-16,0 0 15,0 0-15,0 0 16,0 0-16,0 3 15,0-3-15,0 0 16,-7 25-16,-2 3 16,-2 4-1,0 2-15,0 0 16,4-4-16,2 0 16,3-1-16,2-4 15,7-3-15,0-3 16,4-3-16,0-2 15,1-1-15,-12-13 16,26 15-16,-26-15 16,25 8-1,-25-8-15,17 2 16,-17-2-16,0 0 16,18-14-16,-11 3 15,-4-5-15,-2-3 16,-4-5-16,-4-3 15,-4-2-15,-4 4 16,1 0-16,-1 4 16,1 2-1,0 2-15,3 2 16,2 6-16,9 9 16,-14-14-16,14 14 15,0 0-15,-11-14 16,11 14-16,10-20 15,5-1-15,5-1 16,4 0 0,1 3-16,-1 3 15,-4 6-15,-5 3 16,-15 7-16,18-6 16,-18 6-16,0 0 15,0 0-15,16 1 16,-16-1-16,7 12 15,-3 2-15,2 9 16,1 3-16,-2 1 16,0 2-16,2 0 15,7-2 1,0-1-16,2-4 16,1-1-16,3-1 15,3-3-15,0-4 16,2-5-16,2-4 15,1-4-15,-3-5 16,0-4-16,-5-2 16,-2-4-1,-3-3-15,-3-3 0,-2 2 16,-6 0 0,-4-5-16,-5-5 15,-8-1-15,-2 0 16,-4 2-16,-6 2 15,0 5-15,-1 3 16,0 4-16,1 7 16,-3 4-16,3 6 15,-3 4 1,-3 1-16</inkml:trace>
  <inkml:trace contextRef="#ctx0" brushRef="#br0" timeOffset="-159408.37">13539 3763 0,'0'0'0,"0"0"16,0 0 0,-1-2-16,1 2 15,0 0-15,-4-14 16,4 14-16,-1-12 15,1 12-15,-2-13 16,2 13-16,-5-21 16,2 3-16,-5-7 15,-2-1 1,-3 0-16,-3 1 16,-1 3-16,-9 1 15,-7-2-15,-10 2 16,-5 4-16,-3 7 15,-4 3-15,1 7 16,-6 6-16,0 5 16,0 8-16,1 4 15,8 8 1,2 4-16,9 3 16,7 2-16,10-6 15,5 0-15,5-3 16,2-3-16,2-3 15,3-2-15,1-2 16,1 0-16,2-2 16,0-4-16,-1 0 15,1-3-15,2-12 16,-2 16-16,2-16 16,0 0-16,-5 11 15,5-11 1,0 0-16,0 0 15,0 0-15,-26-15 16,10 1-16,-2-4 16,1-4-16,0-3 15,1-3-15,1-4 16,1-1-16,2 3 16,4-1-1,3 5-15,1 2 16,2 3-16,1 6 15,1 4-15,0 11 16,0-12-16,0 12 16,0 0-16,0 0 15,0 0-15,0 0 16,0 0 0,-2 11-16,0 16 15,-1 18-15,-3 6 16,1 2-16,-4 1 15,0-5-15,0 3 16,0-9-16,2-5 16,1-9-16,2-8 15,2-5-15,2-3 16,2-3 0,-2-10-16,13 19 15,-13-19-15,29 12 16,-12-8-16,5-4 15,7-7-15,11-5 16,27-16-16</inkml:trace>
  <inkml:trace contextRef="#ctx0" brushRef="#br0" timeOffset="-156808.23">10662 5255 0,'0'0'0,"0"0"16,8 0-16,11 0 15,26 1-15,21 2 16,19 4-16,11 2 16,8-1-16,7 1 15,-5-7-15,4-6 16,2-1-16,5-4 15,1-1 1,1 1-16,-1 0 16,-7 1-16,3 1 15,-9-2-15,-3-1 16,3 1-16,-8-1 16,-5 1-16,2 0 15,-11 1-15,-5 1 16,-7 0-16,-15 3 15,-9-1 1,-8 2-16,-10-1 16,-6 2-16,-7 1 15,-16 1-15,18-1 16,-18 1-16,0 0 16,0 0-16,0 0 15,0 0-15,0 0 16,0 0-16,15-3 15,-15 3 1</inkml:trace>
  <inkml:trace contextRef="#ctx0" brushRef="#br0" timeOffset="-155642.18">13217 5046 0,'0'0'0,"6"0"16,-6 0-16,37-11 15,15-2 1,17 6-16,10 3 16,1 5-16,0 5 15,-6 3-15,-6 5 16,-6 1-16,-9 5 16,-7 0-16,-8 2 15,-7 1-15,-6 4 16,-4 11-16,-4 7 15,-5 9-15,-7 6 16,-8 1 0,-6-1-16,-4 6 15,-1 1-15,0-5 16,1-10-16,0-7 16,-1-6-16,0-6 15,1-5-15,3-7 16,0-6-16,3-4 15,7-11 1,-9 13-16,9-13 16,0 0-16,0 0 15,-13 9-15,13-9 16,0 0-16,0 0 16,-20-17-16,8 4 15,-2-2-15,1 1 16,1 1-16,4 2 15,1 1-15,0 0 16,3 0 0,1-1-16,3 11 15,-4-17-15,4 17 16,-3-12-16,3 12 16,0 0-16,0 0 15,0 0-15,0 0 16,0 0-16,0 0 15,0 0-15,0 0 16,-6 16 0,-3 9-16,-7 8 15,0 0-15,3-7 16,4-8-16,3-4 16,6-14-16,-6 14 15,6-14-15,0 0 16,-2 12-16,2-12 15,18 14-15,16-8 16,22-8 0,23-18-16,18-14 15,9-8-15</inkml:trace>
  <inkml:trace contextRef="#ctx0" brushRef="#br0" timeOffset="-150574.89">12054 2996 0,'0'0'0,"0"0"0,-3-5 0,3 5 15,-23-15-15,2 3 16,-11 5-16,-10 4 15,-8 7-15,-12 11 16,-13 8-16,-7 12 16,-5 7-16,3 3 15,6 1-15,3 6 16,5 4-16,7 3 16,9-1-1,4 2-15,1 5 16,4 10-16,3 5 15,3 10-15,0 1 16,2 7-16,-3 5 16,1 4-16,1-8 15,5-6-15,4-12 16,1-5-16,1-3 16,5-2-1,-1-4-15,5 2 16,3 0-16,3 1 15,5 2-15,2-5 16,5 3-16,4 2 16,0 3-16,3 1 15,-3 0-15,0 1 16,1 3-16,0-7 16,-2 1-1,0-3-15,3-4 16,1 1-16,6-5 15,3-3-15,3 1 16,3-3-16,1 0 16,4 2-16,3-3 15,0-3-15,2 0 16,7-1-16,0 3 16,5 2-1,0-3-15,1 0 16,2 2-16,1 0 15,4 1-15,-1 1 16,2-1-16,0-2 16,7 0-16,-1-2 15,5 3-15,0 0 16,1-7-16,3-1 16,1-7-1,-2-4-15,2-1 16,-1-2-16,-4 1 15,3-2-15,-5-2 16,1-4-16,2-3 16,-2-6-16,-1-1 15,3-1-15,-2-5 16,12 0-16,-3-7 16,3-3-16,-1-5 15,1-6 1,5-3-16,3-8 15,-1-6-15,3-7 16,-6-7-16,-4-6 16,-3-2-16,-6 2 15,-5-3-15,-5-4 16,-6-4-16,-8 1 16,-5 2-1,-6 2-15,-4 1 16,-3-3-16,-5-6 15,-5 0-15,-5-1 16,-5 3-16,-6-2 16,-2-3-16,-6-5 15,-4-2-15,-2 1 16,-4-2-16,-2 1 16,-1-1-1,-2 1-15,-1 1 16,-5-10-16,0 0 15,0-2-15,2 4 16,0-1-16,1-4 16,3 0-16,1-4 15,3-4-15,3 1 16,3-2-16,1-1 16,4-2-1,4-2-15,4-1 16,0 0-16,2 4 15,0-1-15,0 3 16,-5 3-16,-11 0 16,-5 2-16,-7 1 15,-6 1-15,-1 9 16,-5 3-16,-6 5 16,-2 5-16,-8 2 15,-5 0 1,0 7-16,-2 1 15,-6 4-15,7 3 16,-5 1-16,5 3 16,1 0-16,2 3 15,1-3-15,6 3 16,4 0-16,6-1 16,5-3-1,6 0-15,3 1 16,5 5-16,2 4 15,5 6-15,0-2 16,-5 4-16,-7 7 16,-9 2-16,-7 6 15,-6 7-15,2 3 16,2 7-16,0 4 16,-1 13-16,-8 15 15,7 10 1</inkml:trace>
  <inkml:trace contextRef="#ctx0" brushRef="#br0" timeOffset="-132924.52">11302 7256 0,'0'0'0,"0"0"0,0-2 0,0 2 15,0 0-15,0 0 16,32-21-16,23-7 16,35-14-16,17-7 15,8 1-15,-5-2 16,-4 7-16,-3 6 15,-12 9 1,-9 6-16,-9 12 16,-15 8-16,-7 6 15,-5 6-15,-1 3 16,2 4-16,1 3 16,3 1-16,-1 1 15,5 1-15,1 1 16,-1-3-16,0-4 15,1-5 1,-6-1-16,-5-3 16,-5-4-16,-7 1 15,-2-3-15,-1-1 16,2-2-16,3-1 16,1-4-16,0 1 15,-5 0-15,-4-1 16,-3 3-16,1-2 15,8-5-15,13-13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7T11:50:48.232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7074 1949 0,'0'0'0,"0"0"0,0 0 15,0 0-15,0 0 16,0 0-16,0 0 15,11 3-15,7-3 16,18-11 0,20-22-16,15-17 15,5-17-15,-6-5 16,-7 3-16,-11 7 16,-5-1-16,-3-1 15,-4-1-15,-8 8 16,-4 8-16,-9 12 15,-4 12-15,-5 6 16,-2 8 0,-8 11-16,7-14 15,-7 14-15,0 0 16,0 0-16,0 0 16,0 0-16,-7 19 15,-17 24-15,-8 16 16,0-2-16,5-6 15,2-4-15,3 1 16,4 8-16,6 6 16,3-2-1,3-6-15,6-11 16,4-9-16,5-6 16,9-1-16,4 0 15,8-5-15,9-13 16,4-12-16,6-13 15,9-17-15,13-18 16,6-14-16,-3-9 16,-9 1-1,-4 0-15,-3-1 16,-4-1-16,-10 11 16,-9 9-16,-10 11 15,-11 18-15,-5 8 16,-9 18-16,7-12 15,-7 12-15,0 0 16,0 0-16,0 0 16,0 0-1,-4 30-15,-9 28 16,-6 22-16,-8 23 16,-12 11-16,-2 3 15,4-10-15,6-20 16,18-16-16,13-11 15,3-23-15,8-16 16,16-9-16,29-24 16,59-48-1,11-35-15,7-18 16,-17-15-16</inkml:trace>
  <inkml:trace contextRef="#ctx0" brushRef="#br0" timeOffset="3184.9">11231 1382 0,'0'0'0,"4"-2"16,-4 2-16,24-11 16,14-2-1,17-1-15,8 1 16,4 4-16,-1 1 15,0 5-15,-4 0 16,-5 2-16,-7-3 16,-5 1-16,-3 3 15,-2 2-15,-5-1 16,-8 1-16,-6 0 16,-4-1-16,-17-1 15,21 3 1,-21-3-16,0 0 15,0 0-15,15 0 16</inkml:trace>
  <inkml:trace contextRef="#ctx0" brushRef="#br0" timeOffset="3899.85">11550 1351 0,'0'0'0,"0"0"0,-2-3 16,2 3-16,0 0 15,-16-11 1,16 11-16,-39-10 15,5 9-15,-7 2 16,2 1-16,1 3 16,-3 0-16,1 4 15,0 5-15,0 6 16,-4 5-16,-3 9 16,-2 2-16,2 8 15,6 3 1,5 11-16,5 4 15,6-4-15,6-3 16,4-8-16,3-3 16,5 1-16,4 0 15,3-4-15,7-3 16,2-10-16,4-1 16,5-4-16,4-5 15,9-4 1,15-7-16,9-3 15,2-9-15,-5-11 16,-8-1-16,-5-8 16,-5-7-16,-6-2 15,-5-9-15,-5 2 16,-5 0-16,-4-3 16,-5-1-1,-5 2-15,-4-1 16,-6 2-16,-3 1 15,0 4-15,1 6 16,2 6-16,-1 2 16,0 3-16,0 0 15,-2 1-15,3 0 16,-4 4-16,1 0 16,-5 2-16,-5 4 15,-14 5 1,-6 5-16,2 0 15</inkml:trace>
  <inkml:trace contextRef="#ctx0" brushRef="#br0" timeOffset="14482.31">15041 5247 0,'0'0'0,"0"0"0,0 0 0,0 0 15,0 0-15,0 0 16,0 0 0,11-3-16,8-4 15,18-5-15,19-6 16,14-8-16,11-14 16,-2-17-16,2-6 15,-10-2-15,-11-1 16,-11 1-16,-14-1 15,-12 1-15,-7 10 16,-11 7 0,-8 10-16,-4 3 15,-11 3-15,-10-1 16,-12 8-16,-21 4 16,-23 14-16,-9 18 15,0 7-15,10 15 16,10 9-16,11 4 15,3 14 1,5 9-16,6 7 16,8 12-16,10 5 15,12-2-15,13 6 16,10-1-16,11 1 16,19-9-16,7-14 15,67 14 16,21-25-31,-1-11 0,13-28 16,-45-22 0,18-15-16,0-14 15,-19-2-15,-16-2 16,-9 1-16,-13 2 16</inkml:trace>
  <inkml:trace contextRef="#ctx0" brushRef="#br0" timeOffset="15515.65">15630 3481 0,'0'0'0,"0"0"16,0 0-16,0 0 16,0 0-16,13 1 15,15 5-15,14 3 16,7-3-16,2-2 15,-2-3-15,-3-2 16,-6 0-16,-6-2 16,-8 3-1,-5-2-15,-21 2 16,25 0-16,-25 0 16,0 0-16,0 0 15,23-2-15,-6-6 16</inkml:trace>
  <inkml:trace contextRef="#ctx0" brushRef="#br0" timeOffset="16665.59">17341 2648 0,'0'0'0,"12"-7"0,10-4 16,29-15 0,13-2-16,-3 11 15,-4 9-15,-6 6 16,-5 10-16,-3 9 15,-7 7-15,-10 6 16,-4 8-16,-10 8 16,-12 15-1,-12 6-15,-17 14 16,-15 5-16,-11-6 16,-2-1-16,0-5 15,8-9-15,6-9 16,10-12-16,12-16 15,8-7-15,7-9 16,6-12-16,0 0 16,16 1-16,27-24 15,18-37 1,7-8-16,1-7 16,-1-3-16,-1-3 15,-5 6-15,-2 1 16,-7 8-16,-2 6 15,-6 6-15,-10 11 16,-8 9-16,-7 10 16,-7 8-16,-13 16 15,13-14 1,-13 14-16,0 0 16,0 0-16,-2 10 15,-16 25-15,-14 21 16,-8 10-16,1 2 15,4-8-15,5-3 16,9-3-16,9-5 16,10-4-16,8-9 15,19-11 17,30-5-32,28-23 15,7-11-15,-18-5 16,7-20-16,-8 0 15,5-12-15</inkml:trace>
  <inkml:trace contextRef="#ctx0" brushRef="#br0" timeOffset="16932.96">18762 2860 0,'0'0'0,"7"3"0,-7-3 16,21 4-16,12 0 15,19-4-15,11-4 16,3-12-16</inkml:trace>
  <inkml:trace contextRef="#ctx0" brushRef="#br0" timeOffset="17699.21">19360 3134 0,'0'0'0,"-3"-2"15,3 2-15,0 0 16,0 0-16,0 0 16,0 0-1,11-15-15,16-15 16,15-13-16,6-10 15,6-4-15,8-17 16,-9-4-16,-6-3 16,-9 15-16,-15 26 15,-3 1-15,-4 6 16,-8 9 15,-5 9-31,-3 15 16,0 0-16,0 0 15,-40 39-15,4 7 16,2 8-16,4 3 16,6-1-16,5 3 15,6-3-15,6-8 16,7 2 0,5-7-16,7-2 15,8-6-15,10-9 16,12-9-16,12-11 15,7-15-15,8-17 16,-3-10-16,-3-7 16,-6-3-16,-12 2 15,-7 0-15,-7 4 16,-8 6 0,-8 7-16,-4 8 15,-5 6-15,-6 13 16,6-13-16,-6 13 15,0 0-15,0 0 16,0 0-16,0 0 16,-20 8-16,2 18 15,-2 11-15,3 9 16,7 8-16,10 5 16,7-5-1,8-8-15,16-1 16,9-11-16,22-8 15,13-13-15,12-14 16,7-17-16,2-17 16,8-18-16,16-17 15</inkml:trace>
  <inkml:trace contextRef="#ctx0" brushRef="#br0" timeOffset="20132.43">17421 2105 0,'0'0'0,"0"0"0,0 0 16,0 0-16,0 0 16,-5 2-16,5-2 15,-27 25-15,-9 10 16,-13 17-16,-1 13 16,-3 11-16,2 9 15,-1 14-15,6 0 16,1 12-1,10-5-15,7-4 16,9 5-16,11-1 16,16 4-16,14-1 15,21 0-15,25-3 16,18-7-16,32-18 16</inkml:trace>
  <inkml:trace contextRef="#ctx0" brushRef="#br0" timeOffset="20649.27">20845 2141 0,'0'0'0,"0"0"0,0 0 16,1 3-16,9 12 16,16 32-16,20 35 15,-3 7 1,-7 18-16,-12 4 0,-10 0 15,-12 9-15,-18 1 16,-19 17 0,-10 0-16,-21-4 15,-3-9-15,-54 28 32,25-37-32,2-31 15,30-19-15,42-51 16</inkml:trace>
  <inkml:trace contextRef="#ctx0" brushRef="#br0" timeOffset="21132.87">21588 1645 0,'0'0'0,"0"0"0,0 0 15,7 3-15,16 6 16,13 22-16,2 31 15,-7 4 1,-14 4-16,-17-7 16,-11-7-16,-10 7 15,-12 8-15,-8 2 16,6-11-16,5-18 16,14-23-16,5-9 15,11-12-15,-8 15 16,30 13-16,44 17 15,44-5-15,32 1 16,1-8 0,4-17-16,-19-11 15,-11-7-15,-24-2 16,-27 1-16,-21 2 16,-11 0-16</inkml:trace>
  <inkml:trace contextRef="#ctx0" brushRef="#br0" timeOffset="21731.93">16500 4161 0,'0'0'0,"0"0"15,15-5 1,38-12-16,72-10 16,44-2-16,34-4 15,24 2-15,42-4 16,24-1-16,32-2 16,30 4-16,32-3 15,22 13-15,12 9 16,0-4-16,-15 10 15,-18 1-15,-27 6 16,-27 14 0,-32-7-16,-31 1 15,1-2-15</inkml:trace>
  <inkml:trace contextRef="#ctx0" brushRef="#br0" timeOffset="22415.11">18041 4475 0,'0'-2'0,"0"2"16,3-14-16,4-11 15,17-11-15,26-8 16,8-1-16,12 10 16,-2 12-16,-10 8 15,-8 10-15,-14 5 16,-9 5-16,-4 6 15,-5 11-15,-7 14 16,-14 13-16,-19 20 16,-16 13-1,-21 9-15,-9-2 16,6-18-16,7-11 16,14-13-16,13-15 15,8-8-15,12-9 16,8-5-16,14 1 15,48-10-15,61-28 16,26-7 0,14-20-16,-25 9 15,-11 0-15,-26 7 16,-23 10-16,-1 8 16,-13 20-16,-16 6 15,-8 2-15,-17-2 16</inkml:trace>
  <inkml:trace contextRef="#ctx0" brushRef="#br0" timeOffset="22965.81">20165 4419 0,'0'0'0,"-4"-5"0,4 5 16,-23-19-1,-8 10-15,-18-1 16,-27-1-16,-17 1 16,-4 14-16,3 32 15,12 3-15,0 2 16,8 1-16,9 6 15,7 6-15,16 6 16,8-9-16,7 1 16,4 0-16,6 0 15,15-2 1,13-7-16,13-2 16,0-11-16,-4-14 15,5-14-15,-1-17 16,7-18-16,7-14 15,3-20-15,-3-6 16,-7 1-16,-11 5 16,-7 20-1,-5 13-15,-3 14 16,-3 7-16,0 3 16,-2 10-16,1-12 15,-1 12-15,0 0 16,0 0-16,0 0 15,0 0-15,0 0 16,0 0 0,4 17-16,35-13 15</inkml:trace>
  <inkml:trace contextRef="#ctx0" brushRef="#br0" timeOffset="23349.05">20425 3907 0,'0'5'0,"0"-5"16,0 0-16,39 16 16,10-10-16,14 3 15,-6-5-15,-12 1 16,-8 1-16,-2 27 15,-15-5-15,-5-1 16,-10 2-16,-7 13 16,-9 16-1,-12 2-15,-2-16 16,3-8-16,6-9 16,7-15-16,9-12 15,-7 13-15,21 0 16,58 11-16,60-14 15,22-27-15,5-1 16,0-7-16,-5 4 16,-9 1-1,-12 18-15,-17 0 16,-26 4-16</inkml:trace>
  <inkml:trace contextRef="#ctx0" brushRef="#br0" timeOffset="25365.72">12666 6304 0,'0'0'0,"0"0"15,0 0-15,0 0 16,0 0-16,11-3 15,20-7-15,51 0 16,43 2-16,31 2 16,31-4-16,13 1 15,21 0-15,9-2 16,18 1-16,28-2 16,7 0-1,10 0-15,9 4 16,-2 11-16,-16 11 15,-24-4-15,-24-2 16,-18 1-16,-28-3 16,-17 1-16,-32-4 15,-23 2-15,-19-4 16,-23 5 0,-18 3-16,-22 0 15</inkml:trace>
  <inkml:trace contextRef="#ctx0" brushRef="#br0" timeOffset="26399.97">12890 7787 0,'0'0'0,"0"-4"0,4-9 15,6-26-15,23-28 16,15-4-16,1 17 16,3 10-16,2 20 15,-4 17-15,0 12 16,-4 18-16,-10 11 16,-4 18-1,-4 6-15,-4 11 16,-6-4-16,-4-8 15,-1-4-15,-3-10 16,-2-8-16,-1-6 16,0-5-16,0-9 15,1-6-15,-8-9 16,33-5-16,6-34 16,13-29-16,-2-36 15,-2-7 1,-8-11-16,-4-12 15,-6 16-15,1-7 16,-3 11-16,-4 17 16,-2 9-16,-4 15 15,1 11-15,2 5 16,9 1-16,11 8 16,6 6-16,11 8 15,8 11 1,10 2-16,17 3 15,27 3-15,15 5 16,17 1-16,10 5 16,5-2-16,-2 1 15,-10 1-15,-8 0 16,-23 1-16,-22 5 16,-25 1-16,-24-1 15,-16 2 1</inkml:trace>
  <inkml:trace contextRef="#ctx0" brushRef="#br0" timeOffset="26765">14328 7117 0,'0'0'0,"0"0"16,0 0-16,0 0 15,5 2-15,-5-2 16,21 19-16,-6 11 16,-4 16-16,-8 8 15,-8 8 1,-7-8-16,-2-6 15,0-8-15,3-9 16,1-6-16,2-1 16,3-2-16,11 3 15,13-1-15,18-5 16,25-1-16,14-4 16,8-5-16,-6-9 15,-3-18 1,4-5-16</inkml:trace>
  <inkml:trace contextRef="#ctx0" brushRef="#br0" timeOffset="27065.21">15264 7066 0,'0'0'0,"0"0"16,0 3-16,-2 8 16,-1 24-16,-5 40 15,-1 19-15,-11 21 16,-3-10-16,-4-10 16,-4 3-16,-1-13 15,0-11 1,6-17-16,11-22 15,6-13-15,9-22 32</inkml:trace>
  <inkml:trace contextRef="#ctx0" brushRef="#br0" timeOffset="27432.02">15567 7082 0,'0'0'0,"0"0"0,0 0 15,-1 15-15,-3 29 16,0 44-16,6 15 16,5 9-16,3-6 15,3 9-15,-4-12 16,1-13 15,-5-35-31,-3-26 16</inkml:trace>
  <inkml:trace contextRef="#ctx0" brushRef="#br0" timeOffset="27631.91">15015 7132 0,'0'0'0,"0"-2"0,0 2 0,0 0 16,0 0-16,14-15 15,48-19-15,88-21 16,36 3-16,20 13 16,10-1-16,-17 9 15,-28 9-15</inkml:trace>
  <inkml:trace contextRef="#ctx0" brushRef="#br0" timeOffset="29265.43">16776 7490 0,'0'-3'0,"0"3"0,0 0 0,-5-21 0,-2 1 16,1-3 0,-6-1-16,-4 1 15,-3-2-15,-3 6 16,1 3-16,-6 4 16,-7 10-16,-21 10 15,-15 10-15,-12 15 16,11 2-16,4 13 15,8 4-15,0 17 16,10 2 0,15-9-16,21 15 31,18-20-31,15-9 16,10-20-16,8-24 15,18-24-15,7-29 16,-10-11-16,-17 2 15,-15 1-15,-12 10 16,-7 12 0,-7 10-16,-2 7 15,3 6-15,4 12 16,-6-13-16,6 13 16,0 0-16,0 0 15,3-15-15</inkml:trace>
  <inkml:trace contextRef="#ctx0" brushRef="#br0" timeOffset="29548.81">16979 6800 0,'0'0'0,"9"-2"16,7-5-16,26-10 15,9-6-15,-2 3 16,-5 12-16,-3 16 15,-7 3-15,-7 6 16,-12 5 0,-3 3-16,-9 6 15,-4 2-15,-3-2 16,0-4-16,1-4 16,8-2-16,38 11 15,70 5-15,59-22 16,30-16-16</inkml:trace>
  <inkml:trace contextRef="#ctx0" brushRef="#br0" timeOffset="30233.02">15516 6425 0,'0'0'0,"0"0"16,0 0-16,15-7 15,36-12-15,58-10 16,24 5 0,22 2-16,17 0 15,21 5-15,27 2 16,11 5-16,27 6 16</inkml:trace>
  <inkml:trace contextRef="#ctx0" brushRef="#br0" timeOffset="40898.71">1518 3471 0,'0'0'0,"0"0"0,-3 5 0,-7 16 16,-12 31-16,-10 27 16,-2 9-16,-1 7 15,3 1-15,-1-2 16,4-2-16,2-3 16,11-12-16,5-19 15</inkml:trace>
  <inkml:trace contextRef="#ctx0" brushRef="#br0" timeOffset="41532.26">1357 3326 0,'0'0'0,"7"-12"0,6-12 15,31-35-15,36-8 16,-3 10-16,7 11 16,-7 10-1,-10 10-15,-6 14 16,-8 7-16,-11 11 15,-13 5-15,-8 8 16,-14 12-16,-18 24 16,-30 34-16,-14 8 15,-5-9-15,0-9 16,3-14-16,3-4 16,6-10-16,11-11 15,9-10 1,9-8-16,8-8 15,11-14-15,-11 16 16,11-16-16,0 0 16,14 15-16,15-6 15,19 0-15,8-2 16,-4-1-16,-8-1 16,-2 21-1,-9 23 1,-18 21-1,-23 7-15,-19-22 16,-22 0-16,-12-13 16,-9 2-16,-8-6 15,9-7-15,-1-7 16,11-9-16,10-9 16,9-3-1,10-2-15,7-1 16,8 0-16,15 0 15,-21-7-15</inkml:trace>
  <inkml:trace contextRef="#ctx0" brushRef="#br0" timeOffset="41848.8">2304 3774 0,'0'0'0,"0"0"16,0 0-16,-3 2 15,-6 13 1,-13 30-16,-9 37 15,7 7-15,4-3 16,5-6-16,8-13 16,4-13-16,3-15 15,4-16-15</inkml:trace>
  <inkml:trace contextRef="#ctx0" brushRef="#br0" timeOffset="42015.73">2256 3585 0,'0'0'0,"0"0"15,4 4-15,-4-4 16</inkml:trace>
  <inkml:trace contextRef="#ctx0" brushRef="#br0" timeOffset="42598.87">2508 4123 0,'0'0'0,"0"0"0,0 0 15,14-8-15,16-11 16,12-7-16,5 2 16,3 2-16,-1 8 15,-6 7-15,-2 10 16,-5 8-16,-6 7 15,-3 8 1,-10 9-16,-9 11 16,-8 13-16,-14 8 15,-12 6-15,-5 3 16,3-18-16,5-16 16,9-18-16,6-10 15,8-14 1,-6 10-16,6-10 15,5-21-15,18-39 16,24-24-16,2 8 16,-6 16-16,-9 15 15,-6 19-15,-2 14 16,-5 6-16,-3 10 16,-18-4-16,19 35 15,-13 17-15,-5 13 16,-3-1-1,-2-16-15,2-9 16,-1-10-16,3-5 16,9-6-16,3-4 15,9-1-15,3-2 16,3-6-16</inkml:trace>
  <inkml:trace contextRef="#ctx0" brushRef="#br0" timeOffset="43415.66">1342 4990 0,'0'0'0,"0"0"0,0 0 16,0 0-16,8 10 15,10 12-15,17 12 16,15 4-16,15-14 16,12-12-16,9-12 15,3-22-15,1-9 16,-8-7-16,-10 4 15,-18 8 1,-11 9-16,2 22 16,4 16-16,-5 4 15,-2 15-15,-3 3 16,-8-3-16,-1-1 16,2 2-16,2-2 15,10-11-15,11-15 16,4-7-1,14-18-15,13-10 16,3-15-16,-6-6 16,0-6-16,-4-1 15,3-2-15,-1 1 16,7 7-16,1 14 16,-9 9-16,1 8 15,-1 6-15,4 9 16,9 6-16,-3 1 15,34 13 1</inkml:trace>
  <inkml:trace contextRef="#ctx0" brushRef="#br0" timeOffset="48281.81">1892 6571 0,'0'0'0,"0"0"15,0 0-15,1-4 16,-1 4-16,21-32 15,12-11-15,7 0 16,-5 8-16,-4 8 16,-4 6-16,-2 7 15,-3 6-15,1 10 16,-2 8-16,3 17 16,-7 19-1,-7 30-15,-8 23 16,-11 13-16,-7 1 15,0-16-15,-1-7 16,1-20-16,2-16 16,1-10-16,1-11 15,1-10-15,2-9 16,9-14 0,-20 7-16,9-18 15,-3-21-15,4-31 16,6-33-16,18-16 15,10-13-15,11 0 16,13 6-16,7 7 16,-5 24-16,-4 19 15,-8 23-15,-3 17 16,-3 14 0,2 8-16,0 11 15,-3 12-15,-2 19 16,-10 22-16,-13 29 15,-16 23-15,-12 8 16,-3 0-16,-7-2 16,4-15-1,3-12 1,7-24-16,11-26 16,13-17-1,20-14-15,47-38 16,78-91-16,20-66 15</inkml:trace>
  <inkml:trace contextRef="#ctx0" brushRef="#br0" timeOffset="50514.88">3122 6876 0,'0'0'0,"0"0"0,0 0 0,0 0 16,0 0-16,0 0 15,0 0 1,5-2-16,-5 2 15,20-5-15,6 0 16,8-1-16,11-3 16,7-3-16,2 0 15,3-4-15,-1-1 16,2-3-16,4-4 16,0-1-16,3-1 15,-3 2-15,-1-1 16,2-2-16,-2-1 15,-4 0 1,-4 4-16,-6 2 16,-6 3-16,-5 2 15,-8 4-15,-5 2 16,-6 4-16,-17 7 16,18-8-16,-18 8 15,0 0-15,0 0 16,0 0-16,0 0 15,0 0 1,8-15-16,-8 15 16,-19-17-16,6 8 15,-1-2-15,-4 2 16,3 2-16,15 7 16,-27-12-16,27 12 15,-17-6 1,17 6-16,0 0 15,0 0-15,-16-8 16,16 8-16,0 0 16,0 0-16,0 0 15,0 0-15,0 0 16,26 3-16,2 0 16,6 5-16,-2 4 15,-5 7-15,-6-2 16,-7 6-1,-8 6-15,-12 17 16,-9 9-16,-11 9 16,-10 1-16,2-13 15,2-7-15,5-10 16,6-5-16,5-8 16,5-5-16,9-4 15</inkml:trace>
  <inkml:trace contextRef="#ctx0" brushRef="#br0" timeOffset="50999.37">5072 6000 0,'0'0'0,"0"0"16,0 0-16,0 0 16,0 3-16,-2 9 15,1 17-15,-2 20 16,-3 15-16,2 8 15,-1 10 1,-6 14-16,-8 15 16,-7 9-16,-1 5 15,5-18-15,-2 4 32,10-26-32,7-19 15</inkml:trace>
  <inkml:trace contextRef="#ctx0" brushRef="#br0" timeOffset="51599">5067 6081 0,'0'0'0,"0"0"15,-1-4-15,1 4 16,-6-22-16,2-2 16,7-4-16,8-14 15,9-2-15,9 2 16,8-2-16,8 5 15,3 7 1,-1 6-16,0 4 16,1 1-16,4 9 15,1 8-15,2 9 16,-5 5-16,-5 1 16,0 4-16,-4 6 15,-6 1-15,-7 1 16,-8-3-16,-8-1 15,-5 3 1,-4 2-16,-8 8 16,-12 13-16,-19 13 15,-19 9-15,-14 5 16,-11-2-16,-1-2 16,1-5-16,3-10 15,-1-7-15,2-4 16,7-7-16,11-7 15,13-9 1,11-4-16,10-8 16,5-1-16,19-6 15</inkml:trace>
  <inkml:trace contextRef="#ctx0" brushRef="#br0" timeOffset="58715.49">2346 8248 0,'0'0'0,"0"0"0,0 0 0,0 0 0,0 0 15,0 0-15,0 0 16,0 0-16,-4 11 15,-3 15-15,-6 26 16,3 14 0,-3 5-16,1 12 15,-3 11-15,-1 12 16,-5 8-16,-4-2 16,-1 0-16,2-12 15,-9 43 1,1-7-1,7-17 1,5-23-16,9-48 16,4-12-16,1-9 15,3-10-15,3-17 16</inkml:trace>
  <inkml:trace contextRef="#ctx0" brushRef="#br0" timeOffset="59148.73">2091 9111 0,'0'0'0,"0"0"0,0 0 0,0 0 0,0 0 16,0 0-16,0 0 15,12-7-15,13-7 16,17-13-16,8-17 16,7-11-16,8-15 15,8-14-15,-2 1 16,-4 5-16,-8 11 15,-9 8-15,-7 10 16,-5 7 0,-8 6-16,-5 11 15,-8 7-15,-3 9 16,-14 9-16,16-7 16,-16 7-16,6 16 15</inkml:trace>
  <inkml:trace contextRef="#ctx0" brushRef="#br0" timeOffset="59615.47">2077 9144 0,'0'0'0,"0"0"0,0 0 15,0 0-15,1 2 16,-1-2-16,13 27 16,5 7-16,7 11 15,8 3-15,1-3 16,3-2-16,-1-4 15,5 4-15,1 2 16,3 3 0,-2 3-16,-4-1 15,-5-4-15,-5-6 16,-2-3-16,-3 2 16,-1-4-16,-5-4 15,-2-3-15,-5-7 16,-3-4-16,-2-5 15,-6-12-15,8 16 16,-8-16-16,5 12 16,-5-12-1,9 15-15,8-7 16,21 0-16</inkml:trace>
  <inkml:trace contextRef="#ctx0" brushRef="#br0" timeOffset="83381.14">14134 2253 0,'0'0'0,"0"0"0,0 0 0,0 0 16,0 0-16,5 7 15,-5-7-15,26 24 16,0-12-16,31-17 15,29-25-15,35-23 16,24-40-16,11-13 16,3-11-16,-12 2 15,-10 11 1,-17 12-16,-18 19 16,-20 21-16,-21 16 15,-19 14-15</inkml:trace>
  <inkml:trace contextRef="#ctx0" brushRef="#br0" timeOffset="83648.34">14478 2509 0,'0'0'0,"0"0"16,0 0-16,0 0 15,5-2-15,28-17 16,68-52-16,47-41 16,2-2-1,3-3-15,-10 7 16,-2 4-16,-16 21 16,-12 15-16,-23 16 15,-25 16-15,-15 12 16,-6 7-16</inkml:trace>
  <inkml:trace contextRef="#ctx0" brushRef="#br0" timeOffset="106114.2">18743 8750 0,'0'0'0,"0"0"0,0 0 0,0 0 16,0 0 0,0 0-16,0 2 15,0-2-15,0 0 16,0 0-16,0 0 16,0 0-16,0 12 15,0-12-15,0 0 16,0 0-16,4 12 15,-4-12-15,34 0 16,8-15-16,11-22 16,8-20-1,6-10-15,4-13 16,1-3-16,-3-3 16,-12 7-16,-17 20 15,-10 13-15,-10 12 16,-7 9-16,-4 5 15,-2 7-15,-7 13 16,5-10-16,-5 10 16,0 0-1,0 0-15,0 0 16,0 0-16,-14 38 16,-1 9-16,-4 10 15,-6 10-15,-1 2 16,-2 2-16,2-3 15,7-15-15,6-6 16,10-10-16,3-5 16,5-4-16,2-5 15,17-9 17,26-16-32,47-36 15,7-28-15,-12 3 16,-4-9-16,-7 8 15,-8 2-15,-14 14 16,-20 15-16,-12 10 16,-11 11-1,-16 12-15,16-12 16,-16 12-16,0 0 16,8 15-16,-7 15 15,-8 19-15,-2 9 16,0 1-16,1-9 15,1-12-15,6-9 16,9-12-16,14 0 16,33-8-16,35-19 15,24-23 1,8-17-16,-5-7 16</inkml:trace>
  <inkml:trace contextRef="#ctx0" brushRef="#br0" timeOffset="106581.2">20891 8209 0,'0'0'0,"0"0"0,0 0 0,0 0 16,0 0-16,0 0 16,0 0-16,4-6 15,11-9 1,20-4-16,13 1 16,3 3-16,7 4 15,1 7-15,-11 4 16,-12 2-16,-10 0 15,-5 3-15,-21-5 16,24 17-16,-22-4 16,-9 8-1</inkml:trace>
  <inkml:trace contextRef="#ctx0" brushRef="#br0" timeOffset="106832.07">20679 8539 0,'0'0'0,"0"0"15,0 0-15,-3 1 16,3-1-16,0 0 16,0 0-1,0 0-15,15-14 16,29-6-16,19-3 16,8 4-16,-5 2 15,-2 5-15,-9 2 16,-11 6-16,-2 4 15,-5 2-15,-10-2 16,-5 0-16</inkml:trace>
  <inkml:trace contextRef="#ctx0" brushRef="#br0" timeOffset="107631.19">21513 7894 0,'3'3'0,"-3"-3"16,0 0-16,6 16 15,-6-16-15,4 16 16,-4-16-16,0 0 15,4 11-15,-4-11 16,0 0-16,0 0 16,0 0-16,0 0 15,17-7-15,4-3 16,9 0-16,9 8 16,5 0-1,-3 1-15,-6 1 16,-5-4-16,-4 3 15,-7-1-15,-4 1 16,-15 1-16,24 0 16,-24 0-16,15 8 15,-15-8 1,7 19-16,-5 0 16,-2 13-16,-3 3 15,-8 13-15,-10 12 16,-6 2-16,-7 5 15,-6 5-15,-7 9 16,-2-2-16,-3 2 16,9-12-16,-5 12 31,17-1-15,19-28-16,9-20 15,16-17-15</inkml:trace>
  <inkml:trace contextRef="#ctx0" brushRef="#br0" timeOffset="108049.85">22457 8424 0,'0'0'0,"0"0"0,0 0 15,-9 1-15,9-1 16,-25 10-16,-2 2 16,-7 13-16,-7 9 15,4 4-15,3 2 16,7-3 0,6 1-16,5-1 15,10-4-15,5-5 16,10-2-16,14-7 15,11-2-15,13-10 16,10-12-16,16-10 16,-2-7-16,0-14 15,-13-4-15,-12-9 16,-8 1 0,-17 1-16,-9 4 15,-14 3-15,-16 1 16,-17 10-16,-183 21 31,-98 77-31</inkml:trace>
  <inkml:trace contextRef="#ctx0" brushRef="#br0" timeOffset="109864.13">20044 9941 0,'0'0'0,"-2"-2"16,2 2-16,-10-16 15,1 2-15,-2-2 16,1 2-1,-2-3-15,-4-4 16,-7 1-16,-9-2 16,-3 3-16,-7 3 15,-7 5-15,-14 3 16,-22 10-16,-3 7 16,-10 8-16,-12 11 15,2 12 1,4 9-16,8 9 15,14-2-15,15-1 16,9 5-16,18 8 16,9-2-16,10-4 15,8-11-15,8-10 16,11-7-16,9-1 16,16-3-1,12-4-15,5-9 16,6-12-16,3-10 15,-4-2-15,-3-6 16,6-10-16,-11 3 16,0-13-16,-9-8 15,-18 3-15,-3-10 16,-8 8-16,-18 1 16,-6 3-16,-13-1 15,-1 4-15,4 10 16,4 8-1,0 4-15,1 6 16,0 2-16,-3 6 16,2 6-16,-1 7 15,7 0-15,8 6 16</inkml:trace>
  <inkml:trace contextRef="#ctx0" brushRef="#br0" timeOffset="110281.16">20481 10037 0,'0'0'0,"0"0"16,0 0-16,0 0 15,0 0-15,0 0 16,14 0-1,17 0-15,23 0 16,14 0-16,5 0 16,-2-1-16,-1 1 15,-6 0-15,-9 0 16,-11 0-16,-8 0 16,-9 0-16,-27 0 15,20 0-15</inkml:trace>
  <inkml:trace contextRef="#ctx0" brushRef="#br0" timeOffset="110548.09">20310 10487 0,'0'0'0,"0"0"0,0 0 15,0 0-15,4 2 16,12-4-16,29 0 16,20-7-16,6 0 15,6-2-15,-7 3 16,-3-3-16,-12-4 16,-8-2-16,-10 3 15,-12 4-15,-5 6 16,-3 2-1,-17 2-15,29-9 16</inkml:trace>
  <inkml:trace contextRef="#ctx0" brushRef="#br0" timeOffset="110964.81">21791 9631 0,'0'0'0,"0"0"0,0 0 16,0 0-16,-2 8 15,0 10-15,-2 13 16,-3 12-16,1 10 16,-3 6-16,-1 5 15,-3 1-15,-3 12 16,-4 12-16,1 1 15,-1 12 1,5-31-16,-1 11 16,2 0-1,9-14 1</inkml:trace>
  <inkml:trace contextRef="#ctx0" brushRef="#br0" timeOffset="111464.22">22424 10187 0,'0'0'0,"0"0"0,0 0 0,-1-3 16,1 3-16,0 0 16,0 0-16,-16-3 15,-4 6-15,-14 8 16,-9 8-16,-2 6 16,-2 10-16,4 6 15,5 2 1,8-7-16,10-3 0,2 1 15,5 15 1,15-7 0,14-9-1,29 7-15,16-10 16,-5-20-16,8-22 16,-3-31-16,8-3 15,-13 6-15,-3 2 16,-12 2-16,-19-4 15,-14 3 1,-19-9-16,-27-4 16,-38 7-16,-62 23 15,-45 34-15,-72 36 16</inkml:trace>
  <inkml:trace contextRef="#ctx0" brushRef="#br0" timeOffset="118847.84">12659 11871 0,'0'0'0,"0"0"0,0 0 15,0 0-15,0-3 16,0 3-16,0 0 15,0 0 1,18-9-16,4 1 16,15-1-16,13-2 15,11 5-15,6 0 16,6 3-16,6 1 16,9 0-16,8-1 15,3 0-15,3 0 16,-1 1-16,2 0 15,-5-1 1,4 0-16,0 1 16,-1-1-16,6-1 15,-1-2-15,-8-5 16,2-2-16,-10-2 16,-7-1-16,-6 4 15,-8 0-15,-7 2 16,-8 1-16,-4 1 15,-12 2 1,-6 4-16,-8 1 16,-24 1-16,21 0 15,-21 0-15</inkml:trace>
  <inkml:trace contextRef="#ctx0" brushRef="#br0" timeOffset="119264.06">12786 11213 0,'0'0'0,"0"0"16,0 0-16,0 0 15,0 0-15,0 10 16,0 21-16,0 27 15,0 22 1,0 11-16,-5 5 16,-6 12-16,-6 8 15,-5 2-15,-2 4 16,2-4-16,0-8 16,7 32-1,20-23 1</inkml:trace>
  <inkml:trace contextRef="#ctx0" brushRef="#br0" timeOffset="119747.06">15362 10917 0,'0'0'0,"0"0"0,0 0 15,0 0-15,0 0 16,-6 7-16,-9 17 16,-11 37-16,-11 31 15,6 3-15,1 8 16,2 9-16,4-4 15,-3 11-15,-1 2 16,1 1 0,-1 6-16,1-4 15,0-3-15,-7 32 32,-4-24-32</inkml:trace>
  <inkml:trace contextRef="#ctx0" brushRef="#br0" timeOffset="120715.05">13086 12990 0,'0'0'0,"0"0"0,0 0 0,0 0 0,-10-8 16,-7-3-16,-5-8 15,-1 0-15,-4-1 16,0-3 0,-7 3-16,-13 9 15,-8 11-15,-12 11 16,-7 15-16,-8 14 16,2 8-16,0 16 15,5 7-15,3 14 16,9 5-16,14 2 15,8 5-15,15-7 16,26 12 15,11-19-31,15-16 16,8-22-16,-3-27 16,10-12-16,6-13 15,1-9-15,-1-15 16,-1-6-16,-6-8 15,-5-5-15,-9 4 16,-11 2 0,-8 3-16,-7 7 15,-12 3-15,-7 4 16,-9 1-16,-1 7 16,2 5-16,-4 8 15,-2 6-15,2 6 16,1 11-16,5 8 15,5 2-15,10 6 16,10 1 0,10 3-16,11 1 15,14-14-15</inkml:trace>
  <inkml:trace contextRef="#ctx0" brushRef="#br0" timeOffset="121130.99">13002 13481 0,'0'0'0,"0"0"16,-4-1-16,4 1 15,0 0 1,-25-12-16,9 6 16,-8 0-16,-6 9 15,2 5-15,2 6 16,5 5-16,0 10 15,3 10-15,6 2 16,7 0-16,12-7 16,17 0-1,11-7-15,5-6 16,2-12-16,0-9 16,6-20-16,1-12 15,0-11-15,-6-4 16,-16 5-16,-7-1 15,-12 1-15,-8 1 16,-8-1-16,-7 7 16,-12 3-1,-12 6-15,-8 10 16,-20 15-16,-6 11 16,-5 3-16</inkml:trace>
  <inkml:trace contextRef="#ctx0" brushRef="#br0" timeOffset="121931.03">10179 11978 0,'0'0'0,"0"0"0,-11-7 16,-10-4-16,-2-5 16,8 5-16,15 11 15,-13-11 1,13 11-16,0 0 16,8-17-16,30-5 15,38-12-15,12 4 16,10 3-16,13 4 15,4 3-15,10 5 16,-1 2-16,6 3 16,-1 7-16,-1 2 15,-3 2 1,-2 2-16,-1 1 16,-12-1-16,-4 0 15,-3 2-15,-11 0 16,-3-1-16,-5 2 15,-10-3-15,-3 1 16,-7 0 0,-7 2-16,2-3 0,-3 2 15,-2-2 1,-6 1-16,-13-1 16,-5 1-16,-5-4 15,-5 2-15,-20-2 16,25 0-16,-25 0 15,16 0-15,-16 0 16,0 0-16,0 0 16,0 0-16,15 3 15,-15-3 1,0 0-16,17 3 16,-17-3-16,22 3 15,-6-2-15,-1 0 16,-15-1-16,23 3 15,-23-3-15,0 0 16,0 0-16</inkml:trace>
  <inkml:trace contextRef="#ctx0" brushRef="#br0" timeOffset="122349.06">10066 11183 0,'0'0'0,"0"0"16,0 0-16,0 2 16,-7 18-16,-10 36 15,-14 40-15,5 11 16,3 8-16,4 8 15,8 6-15,6-6 16,8 47 0,8-12-1,6-5-15</inkml:trace>
  <inkml:trace contextRef="#ctx0" brushRef="#br0" timeOffset="122814.03">9573 12921 0,'0'0'0,"-5"1"16,5-1-16,-20 9 15,-6 14-15,0 16 16,-1 12-16,12 4 16,9 0-16,10 1 15,16 2-15,4-3 16,9-7 0,32-4-1,11-19 1,8-17-16,-12-14 15,-29-14-15,-11-15 16,-4-13-16,-5-14 16,-8-11-16,-6-6 15,-11-2-15,-16-1 16,-8 13 0,-14 16-16,-8 10 15,0 11-15,-7 13 16,1 15-16,-8 18 15,6 18-15,5 18 16,4 12-16</inkml:trace>
  <inkml:trace contextRef="#ctx0" brushRef="#br0" timeOffset="123514.33">14820 11736 0,'0'0'0,"0"0"16,0 0-16,4-2 15,13-9-15,35-12 16,37-5-16,22 0 16,9 0-16,15 2 15,6 2-15,0 3 16,5 2-16,4 3 16,-4 2-1,8 1-15,-6 2 16,3 0-16,-8 4 15,-10 4-15,-5 0 16,-9-2-16,-12 3 16,-10 4-16,-10 1 15,-6-1-15,-11 1 16,-9-1 0,-3 0-16,-10-2 15</inkml:trace>
  <inkml:trace contextRef="#ctx0" brushRef="#br0" timeOffset="123814.85">17940 10758 0,'0'0'0,"0"0"0,0 0 16,0 0-16,0 5 15,0-5-15,-7 27 16,-4 14-16,-5 18 16,-1 4-16,-3 9 15,1 2-15,-2 6 16,1-1 0,0-1-16,-1 2 15,1 5-15,2 4 16,-2 7-16,3 0 15,-1-1-15,1-5 16</inkml:trace>
  <inkml:trace contextRef="#ctx0" brushRef="#br0" timeOffset="124080.96">17691 12306 0,'0'0'0,"0"0"0,0 5 16,0-5 0,-5 17-16,-3 13 15,-13 25-15,-6 13 16,-1 8-16,0 0 15,1-2-15,0 0 16,5-6-16,8-4 16,6-10-16,3-13 15</inkml:trace>
  <inkml:trace contextRef="#ctx0" brushRef="#br0" timeOffset="124798.05">17842 12707 0,'0'0'0,"0"0"0,0 0 16,0 0-16,0 5 16,0-5-1,0 27-15,-2 4 16,0 7-16,-2 1 15,2-1-15,0-8 16,1-6-16,4-4 16,7-3-16,7-7 15,10-9-15,11-7 16,12-20-16,-2-7 16,-5-6-16,-11-2 15,-11 7 1,-9 0-16,-5-1 15,-4 3-15,-6 2 16,-6 3-16,-2 6 16,-2 1-16,0 5 15,13 15-15,-16-15 32,16 15-17,0 0-15,0 0 16,0 0-16,34 15 15,7 0-15,6 0 16,-3-1-16,-1 2 16,-4 10-16,-9 3 15,-8 7-15,-7 12 16,-1 11-16,-3 3 16,-3-10-16,-2-17 15,-2-10 1,3-7-16,18-4 15,20-12-15,16-21 16,14-27-16,-18-14 16,-9-13-16,0 0 15,-20 8-15,-1 0 16,-12 12-16,-13 13 16,-9 12-16,-23 4 15,-28 9 1,-34 18-16,-24 17 15,-17 5-15,-11 3 16</inkml:trace>
  <inkml:trace contextRef="#ctx0" brushRef="#br0" timeOffset="125898.43">15185 12816 0,'0'0'0,"0"0"0,-3-4 0,3 4 15,-10-15-15,2 4 16,-5-1-16,-7 1 16,-11 2-16,-7 9 15,-7 4-15,4 7 16,9 2-16,7 2 16,8 6-16,8 6 15,7 7-15,11 7 16,14 8-1,10 7-15,10-2 16,0-2-16,1-2 16,-3-4-16,2 0 15,-3-3-15,-10-7 16,-19 2 0,-14 5-1,-16-2-15,-6 4 16,3-14-1,-4-9-15,4-8 16,3-7-16,1-6 16,-3-7-16,0-7 15,8-14-15,7-4 16,9-10-16,4-17 16,5-6-16,1-1 15,3 6-15,-3 12 16,2 5-1,-3 4-15,1 1 16,-2 2-16,-2 4 16,-8 2-16,-10-1 15,0 6-15,-4 4 16,-6 8-16,-9 7 16,-7 8-16,-10 15 15,0 14-15,4 4 16,5 5-16</inkml:trace>
  <inkml:trace contextRef="#ctx0" brushRef="#br0" timeOffset="126398.59">15670 13138 0,'0'0'0,"0"0"15,-2-3-15,2 3 16,-16-4-16,-9 2 16,-14 8-16,-6 14 15,2 12-15,6 9 16,5 5-16,10-1 15,2-1 1,7-1-16,6 1 16,9 1-16,6-2 15,10 0-15,0-13 16,9-4-16,13-9 16,-1-5-16,12-19 15,0-19-15,-3-14 16,-3-8-1,-7-2-15,-4-9 16,-7-11-16,-15-11 16,-8 3-16,-15 7 15,-3 7-15,-6 12 16,-11 14-16,-54 23 31,-72 48-31,-12 40 16</inkml:trace>
  <inkml:trace contextRef="#ctx0" brushRef="#br0" timeOffset="129131.58">15063 11232 0,'0'0'0,"0"0"16,8-2-16,-8 2 15,32-14 1,-8 2-16,10-5 16,8-4-16,6-1 15,-10-6-15</inkml:trace>
  <inkml:trace contextRef="#ctx0" brushRef="#br0" timeOffset="129947.91">15609 10996 0,'0'0'0,"-2"-2"16,2 2-16,-14-24 16,-5-3-16,-10-5 15,-5 2-15,-5 5 16,-8-1-16,-16-2 15,-10-1-15,-6 1 16,-8-3-16,-2 1 16,-12-5-16,-5-1 15,0 0 1,-2 0-16,0 2 16,2 6-16,-10 3 15,2 7-15,-6 6 16,-5 12-16,9 7 15,-3 6-15,2 5 16,-3 13-16,-1 15 16,4 8-1,2 10-15,2 3 16,2 11-16,12 3 16,13 2-16,8 9 15,11 3-15,6 6 16,13-2-16,11 5 15,11-1-15,8 1 16,8 10-16,12-14 16,10 5-16,15 2 15,17-3 1,17-3-16,11-12 16,32-10-16,-1 5 15,13-12-15,21-6 16,-22-19-16,34-11 15,116-17 1,-43-3 0,42-33-16,-75-1 15,-67-9 1,25-22-16,-22-4 16,-10-24-16,5-13 15,-14-5-15,2-17 16,-8-2-16,-12-1 15,-13-5-15,-19-10 16,-14-3-16,-7-7 16,-19 4-16,-12 8 15,-15-3 1,-21 7-16,-9 3 16,-23 7-16,-26 14 15,-14 9-15,-34 14 16,-27 11-16,-42 32 15,-53 29-15,-33 40 16,-15 53-16,-23 21 16</inkml:trace>
  <inkml:trace contextRef="#ctx0" brushRef="#br0" timeOffset="147115.45">7623 8293 0,'0'0'0,"0"0"0,0 0 0,-5 0 16,5 0-16,0 0 15,0 0-15,0 0 16,-10 21-16,6 18 16,-1 32-16,0 23 15,-1 21 1,-4 16-16,-15 11 15,-8-4-15,0-3 16,2-4-16,4-17 16,3-14-16,6-23 15,8-27 1,6-33 0,4-17-16</inkml:trace>
  <inkml:trace contextRef="#ctx0" brushRef="#br0" timeOffset="147547.69">7576 8239 0,'0'0'0,"0"0"0,2-5 15,5-8 1,11-17-16,25-9 15,19-2-15,14 11 16,10 10-16,1 10 16,-3 13-16,-3 6 15,-9 6-15,-10 5 16,-13 5-16,-13 11 16,-12 10-16,-19 17 15,-23 22 1,-36 24-16,-23 11 15,-20-4-15,-4-2 16,-1-14-16,-1-13 16,13-17-16,5-20 15,12-9-15,11-7 16,11-6-16,14-12 16,11-6-16,11-4 15,15-6 1,0 0-16</inkml:trace>
  <inkml:trace contextRef="#ctx0" brushRef="#br0" timeOffset="147914.64">9263 7690 0,'0'2'0,"0"-2"0,0 0 16,-15 32-16,-13 29 16,-30 62-1,-10 20-15,-8 17 0,-14 28 16,-2 29-1,8-11-15,2 31 16,26-46-16,-2 26 16,32 135-1,15-85 1,60 35-16,1-136 16,9-82-16,35-2 15,0-31-15,35-16 16,-2-22-1,11-44-15</inkml:trace>
  <inkml:trace contextRef="#ctx0" brushRef="#br0" timeOffset="148581.34">11614 9109 0,'0'0'0,"0"0"0,0 0 16,0-3-16,0 3 15,0 0 1,0 0-16,0 0 16,15 11-16,8 10 15,15 14-15,11 11 16,6 6-16,-1 5 16,1 5-16,-3 4 15,-3 6-15,-4 0 16,16 19 15,-5-10-31,-1-18 16,-4-19-16,-22-27 15</inkml:trace>
  <inkml:trace contextRef="#ctx0" brushRef="#br0" timeOffset="148831.17">12495 9207 0,'0'0'0,"0"0"0,-2-3 15,2 3-15,0 0 16,-41 22-16,-22 30 16,-28 31-16,-4 13 15,2 7-15,0 1 16,0 4-1,17-14-15,1 1 16,4 0 0,14-22-1,13-17-15</inkml:trace>
  <inkml:trace contextRef="#ctx0" brushRef="#br0" timeOffset="149331.18">13303 9166 0,'0'0'0,"-7"10"15,-6 9 1,-26 37-16,-22 21 16,-8 0-16,0-5 15,5-4-15,2-5 16,8-9-16,5-5 16,10-12-16,10-7 15,3-5-15,7-5 16,3-5-1,6-1-15,6 0 16,10 1-16,14 4 16,18 5-16,23 1 15,13 3-15,9-5 16,6 0-16,-4-3 16,-7-2-16,-1 0 15,0 0-15,-3 1 16,-10-2-16,-10 5 15,-7 1-15,-8 0 16,-4 2 0,-15-6-16,-11-1 15</inkml:trace>
  <inkml:trace contextRef="#ctx0" brushRef="#br0" timeOffset="149614.51">12575 10339 0,'0'0'0,"0"0"0,0 0 16,0 0-16,8 4 15,21 4-15,30 12 16,22 5-16,0 1 15,3 0 1,-1 2-16,-1-2 16,8 4-16,-4-4 15,6-12-15,-2-18 16,8-17-16</inkml:trace>
  <inkml:trace contextRef="#ctx0" brushRef="#br0" timeOffset="150214.01">14756 9271 0,'0'0'0,"-6"-4"16,6 4-16,-31-7 15,-5 7-15,-6 7 16,0 10 0,6 5-16,11 2 15,7-1-15,5-1 16,9 1-16,5 2 16,11 6-16,12 12 15,12 3-15,12 6 16,-3-2-16,-3-4 15,-9-8 1,-14-2-16,-14 18 16,-16 4-16,-25 13 15,-13-4-15,-9-14 16,2-8-16,12-16 16,6-9-16,7-10 15,11-8-15,20-2 16,-11-19-16,25-28 15,29-35-15,24-19 16,19-7 0,-3 13-16,-1 1 15,-10 14-15,-10 6 16,0 4-16,-13 9 16,-17 5-16,-12 12 15,-11 15-15,-7 5 16,-8 7-16,-11 3 15,-26 8-15,-24 19 16,-10 14 0,7 6-16,24 8 15,16-19-15</inkml:trace>
  <inkml:trace contextRef="#ctx0" brushRef="#br0" timeOffset="150597.4">15364 9578 0,'0'0'0,"0"0"16,0 0-16,0 0 15,0 0-15,2 4 16,-2-4-16,-1 32 16,-14 9-16,-9 8 15,-6 3-15,-2 0 16,6-11-16,8-13 15,6-6-15,4-11 16,8-11 0,3 14-16,19-5 15,12-6-15,8-15 16,3-19-16,6-6 16,-6-24-16,-11-3 15,-10-1-15,-17 3 16,-8 13-16,-15 3 15,-13 7-15,-29 8 16,-35 14-16,-39 22 16,-1 14-1,2 16-15,2 3 16,2 3-16</inkml:trace>
  <inkml:trace contextRef="#ctx0" brushRef="#br0" timeOffset="151181.31">11268 9108 0,'-3'-2'0,"3"2"0,0 0 0,-13-13 0,13 13 15,-17-15-15,17 15 16,-25 0-16,-16 23 16,-33 20-1,-10 17-15,16-1 16,8-5-16,7-1 16,12-9-16,6-4 15,12 0-15,11-4 16,11 8-16,10 3 15,13 3-15,9 1 16,9-4-16,9 3 16,0-3-1,6-3-15,-1-1 16,-10-11-16,-6-4 16,-5-7-16,-8-6 15,-2 0-15,1-5 16,-3-4-16,-6-4 15</inkml:trace>
  <inkml:trace contextRef="#ctx0" brushRef="#br0" timeOffset="151447.32">10292 10175 0,'0'0'0,"0"0"16,0 0-16,0 0 16,8 6-16,15 11 15,23 18 1,16 10-16,11 4 16,8-1-16,5-6 15,-8-8-15,3 0 16,-9-6-16,-8-5 15,-8-5-15,-17-6 16,-10-3-16,-8-2 16</inkml:trace>
  <inkml:trace contextRef="#ctx0" brushRef="#br0" timeOffset="152047.5">9428 9134 0,'0'0'0,"-5"-3"0,5 3 0,0 0 0,0 0 16,-19 1-16,-5 20 15,-32 45-15,-18 38 16,8 6-16,8-3 16,12-7-16,11-1 15,12-14 1,9-4-16,10-16 16,7-15-16,6-9 15,5-9-15,7-7 16,8-5-16,17-12 15,7-14-15,-7-16 16,-10-10-16,-11-7 16,-7-1-16,-9 0 15,-9 4 1,-6 8-16,-9 6 16,-4 5-16,0 5 15,-1 5-15,0 5 16,0 2-16,20 0 15,-19 10-15</inkml:trace>
  <inkml:trace contextRef="#ctx0" brushRef="#br0" timeOffset="152447.37">9704 9747 0,'0'0'0,"0"0"0,0 0 0,0 0 15,-4 1-15,4-1 16,-23 17-16,-5 10 16,-8 19-1,4 7-15,4 7 16,6-5-16,10-5 16,11-9-16,8-9 15,6-8-15,5-7 16,9-8-16,12-16 15,25-21-15,12-23 16,-1-26-16,-11 0 16,-16-4-16,-12 9 15,-16 8-15,-8 12 16,-11 13 0,-5 12-16,-3 9 15,-6 5-15,-5 6 16,-23 21-1,2 23 1,13 3-16,28-8 16</inkml:trace>
  <inkml:trace contextRef="#ctx0" brushRef="#br0" timeOffset="152964.19">15331 8464 0,'0'0'0,"0"0"0,0 0 0,0 0 16,0 0-16,3 8 15,14 19-15,18 30 16,6 13-16,6 12 16,0 12-16,-7 5 15,-14 15-15,-10 13 16,-27 7 0,-21 15-16,-67 88 31,0-38-31,-14 31 15,33-76-15,34-63 16,-3 7-16,11-22 16,3-9-16,19-32 15,7-21 1</inkml:trace>
  <inkml:trace contextRef="#ctx0" brushRef="#br0" timeOffset="153331.34">15991 9883 0,'0'0'0,"0"0"16,0 0-16,0 0 16,5-2-16,-5 2 15,45-4-15,8 1 16,10 1 0,-4-1-16,0 0 15,-7 1-15,3-1 16,0 0-16,-10-2 15,-12 1-15,-11 2 16,-22 2-16,0 0 16</inkml:trace>
  <inkml:trace contextRef="#ctx0" brushRef="#br0" timeOffset="153597.69">15696 10470 0,'0'0'0,"0"0"0,0 0 0,0 0 15,2-4 1,-2 4-16,37-22 16,23 3-16,16 3 15,1 4-15,7 1 16,-3 0-16,0 1 15,-12 1-15,-14-1 16,-9-4-16,-12 5 16,-8 0-16,-9 2 15,-17 7-15</inkml:trace>
  <inkml:trace contextRef="#ctx0" brushRef="#br0" timeOffset="157781.51">9980 11702 0,'0'0'0,"0"0"15,0 0-15,0-6 16,0 6-16</inkml:trace>
  <inkml:trace contextRef="#ctx0" brushRef="#br0" timeOffset="160947.65">10015 11827 0,'0'0'0,"0"0"0,0 0 0,0 0 16,0 0-16,0 0 15,3 2 1,-3-2-16,24 21 16,0-3-16,4-1 15,3-4-15,5-6 16,4-5-16,2-4 15,3 0-15,-3-2 16,2-5-16,-2-7 16,1-12-1,-8-6-15,-3-9 0,-6-10 16,0-10 0,-4-4-16,3-13 15,-2-2-15,2-11 16,0-8-16,-1-2 15,3-9-15,3-5 16,-1-1-16,1-2 16,1-4-16,7-1 15,7 3-15,8-6 16,3 6 0,9-12-16,6 1 15,5 5-15,6-3 16,-2 8-16,9-8 15,4-5-15,5 2 16,12-5-16,3 2 16,11-1-16,0-2 15,4 4-15,6 4 16,4 6 0,6 9-16,-6 8 15,10-5-15,-8 17 16,4 2-16,-2 11 15,-1 8-15,0 3 16,-3 10-16,0 12 16,-7 9-16,-6 9 15,-3 11 1,-12 6-16,-1 6 16,-5 12-16,-4 11 15,-2 11-15,-8 12 16,-8 5-16,-3 13 15,-12 8-15,-4 8 16,-2 12-16,-8 10 16,-7 14-1,-4 6-15,-7 4 16,-1 5-16,-5 4 16,1 1-16,-1 3 15,1 0-15,-1-5 16,0-1-16,5-4 15,12-7-15,8 10 16,-3-11-16,1-9 16,4 4-16,5-4 15,5-1-15,-1-3 16,-2-6 0,0 5-16,7-2 15,2 1-15,-2-5 16,4-5-16,2-4 15,-1-8-15,6-3 16,1-2-16,1 1 16,-1-1-16,-3-3 15,0-2-15,-3 1 16,3 0 0,-13-12-16,3 7 15,-3-6-15,2-2 16,1 0-16,-17-11 15,1-3-15,2-2 16,-2-5-16,-1-7 16,-6-7-16,2-14 15,4-12-15,5-11 16,7-16 0,-11 1-16,-7-2 15,-7 2-15,-14 6 16,-7 7-16,-9 1 15,0 8-15,-6 0 16,-2 2-16,-5-4 16</inkml:trace>
  <inkml:trace contextRef="#ctx0" brushRef="#br0" timeOffset="161148.48">17876 11222 0,'0'0'0,"0"0"15,0 0-15,0 0 16,0 0-16</inkml:trace>
  <inkml:trace contextRef="#ctx0" brushRef="#br0" timeOffset="163480.51">12986 11999 0,'0'0'0,"0"0"0,0-1 16,0 1-16,0 0 15,-7-18-15,4 5 16,-1 0-16,1-2 16,-2-3-16,0-2 15,-2-8-15,-3-5 16,-4-7-1,-4-6-15,-2-7 16,0 1-16,-1-4 16,0-7-16,11-10 15,2-9-15,5-4 16,2-2-16,2-9 16,3-5-16,5 0 15,-1 0 1,0-2-16,0 3 15,0-3-15,-5-2 16,-5 4-16,-4-8 16,-1 7-16,-2 1 15,-4 0-15,-2 1 16,-5 0-16,-2-2 16,2 3-16,0 1 15,-1-4 1,1 2-16,0 1 15,5-2-15,7-2 16,2-2-16,3 4 16,3 5-16,2 1 15,-1 5-15,0 5 16,1 6-16,1 9 16,-1 2-16,0 6 15,1 5-15,-1 7 16,-2 10-1,2 9-15,-1 9 16,-1 7-16,0 4 16,0 12-16,0-11 15</inkml:trace>
  <inkml:trace contextRef="#ctx0" brushRef="#br0" timeOffset="164831.01">15010 11902 0,'0'0'0,"-4"-4"16,4 4-16,-6-12 16,-1-3-16,1-11 15,4-11-15,2-13 16,2-10-1,3-9-15,0-13 16,-1-4-16,1-11 16,1 2-16,-2-1 15,-2-4-15,-3-3 16,-1 1-16,1-1 16,0 3-16,0 0 15,-1 1-15,1-1 16,-1 1-16,1 3 15,0-4-15,-1-3 16,2 4 0,-2-3-16,1 6 15,1 3-15,-1 2 16,2 3-16,-1-2 16,3 3-16,-1 5 15,2-3-15,1 2 16,0 2-16,3 0 15,1 1 1,0 3-16,1 0 16,0 2-16,-1 9 15,-1-4-15,1 4 16,-3 8-16,2-2 16,-3 5-16,1 1 15,0 0-15,-1 6 16,5 2-16,-2 6 15,2 5 1,0 1-16,-3 4 16,-1 4-16,-2 6 15,0 5-15,-1 0 16,0 3-16,0 1 16,-3 11-16,2-16 15,-2 16-15,3-11 16,-3 11-16,2-13 15,-2 13-15,2-14 16,3 3 0,3-4-16</inkml:trace>
  <inkml:trace contextRef="#ctx0" brushRef="#br0" timeOffset="164964.17">15296 7494 0,'0'0'0,"0"0"0,0 0 15,0 0-15,0 0 16,0 0 0,0 0-16,0 0 15,0 0-15,0 0 16</inkml:trace>
  <inkml:trace contextRef="#ctx0" brushRef="#br0" timeOffset="180897.36">13212 8446 0,'2'-7'0,"17"-20"0,20-16 15,68-55-15,14 6 16,9 1-16,3 5 16,-3 5-16,-9 7 15,-9 7-15,-23 14 16</inkml:trace>
  <inkml:trace contextRef="#ctx0" brushRef="#br0" timeOffset="181163.69">13108 8466 0,'5'-8'0,"13"-30"0,24-29 15,87-88-15,9 5 16,36-6-16,2 6 16,17 6-16,-11 21 15,-11 12-15,-27 26 16,-27 20-16,-38 25 15,-36 19-15</inkml:trace>
  <inkml:trace contextRef="#ctx0" brushRef="#br0" timeOffset="181446.98">13210 9109 0,'0'-3'0,"3"-13"0,10-18 16,54-58-1,46-32-15,43-8 16,23-2-16,22-3 16,-9 17-16,-2 14 15,-28 20-15,-28 24 16,-36 22-16,-34 16 15,-26 14-15,-38 10 16</inkml:trace>
  <inkml:trace contextRef="#ctx0" brushRef="#br0" timeOffset="181664">13169 9845 0,'0'0'0,"4"-14"0,9-22 16,63-70-16,48-45 16,38-1-1,12 1-15,26-6 16,-16 27-16,2 14 16,-28 25-16,-22 21 15,-26 22-15,-24 17 16,-25 19-16,-23 16 15</inkml:trace>
  <inkml:trace contextRef="#ctx0" brushRef="#br0" timeOffset="181913.64">13074 10963 0,'0'0'0,"1"-11"0,3-12 16,43-63-16,61-61 16,44-12-1,22-14-15,10 25 16,6-3-16,-23 30 16,-9 16-16,-34 27 15,-31 24-15,-24 20 16,-22 17-16,-19 13 15,-28 4-15</inkml:trace>
  <inkml:trace contextRef="#ctx0" brushRef="#br0" timeOffset="182164.14">12965 11638 0,'0'0'0,"0"-5"0,0 5 16,16-44-16,49-37 16,41-44-1,24-2-15,9 1 16,11 0-16,-1 8 16,17-7-16,6 1 15,7-4-15,-2 0 16,-2 6-16,-9 3 15</inkml:trace>
  <inkml:trace contextRef="#ctx0" brushRef="#br0" timeOffset="182413.88">14782 10196 0,'0'0'0,"0"0"0,0 0 16,0 0-16,0 0 15,0 0-15,0 0 16,9-8-16,13-14 16,16-21-16,8-11 15,-5 0 1,-5-1-16,-1 1 16,-2 4-16,-2 2 15,-4 9-15,7 6 16,11 6-16</inkml:trace>
  <inkml:trace contextRef="#ctx0" brushRef="#br0" timeOffset="185980.84">11124 10850 0,'0'0'0,"0"0"0,0 0 15,0 0-15,0 2 16,0-2-16,0 0 16,24 10-16,1 0 15,6-1-15,8-2 16,0-6-16,4-6 16,-1 0-16,-8-1 15,-4-1 1,-6 3-16,1-2 15,2 3-15,2 5 16,1 1-16,3-1 16,6 0-16,4 2 15,0-8-15,5-3 16</inkml:trace>
  <inkml:trace contextRef="#ctx0" brushRef="#br0" timeOffset="194880.01">12834 7011 0,'-1'-4'0,"-6"-6"16,7 10-16,-15-18 0,-28-21 0,-27-2 15,-23 8 1,-28 9-16,-19 4 16,-28 6-16,-11 8 15,-7 4-15,-8 10 16,1 4-16,-10 5 16,-5 10-16,4 8 15,-5 18-15,-2 10 16,4 5-1,5 7-15,2 13 16,27 3-16,0 16 16,11 3-16,8 4 15,7 11-15,13-2 16,9 6-16,14 9 16,9 13-16,14 6 15,12 16-15,11-3 16,14 21-16,17-12 15,16 16 1,65 108 0,19-42-1,22 32-15,14-103 16,-21-59-16,48 31 16,12-10-16,18-6 15,5-7-15,14-20 16,27-13-16,18 3 15,32-20 1,-7-23-16,10 4 16,-20-21-16,26-8 15,3-9-15,16-23 16,-3-15-16,-7-13 16,0-16-16,-7-24 15,4 4-15,-1-17 16,5-4-16,-7-25 15,-26-21 1,-13-1-16,-25-13 16,-15 8-16,-6-16 15,-25-7-15,-8-6 16,-30-10-16,-20 1 16,-17-8-16,-28-6 15,-5 8-15,-28-5 16,-22-13-1,-9 5-15,-28-15 16,-4 17-16,-25-4 16,-12 3-16,-25 0 15,-4 10-15,-22 0 16,-12 4-16,-6 10 16,-13 11-16,-19 14 15,-7 7-15,-36 16 16,-6 14-16,-25 20 15,-15 17 1,-6 15-16,-14 19 16,10 14-16,2 10 15,24 11-15,14 3 16,27 5-16,15 6 16,26 2-16,25 5 15,19 2-15</inkml:trace>
  <inkml:trace contextRef="#ctx0" brushRef="#br0" timeOffset="196197.32">7303 4940 0,'0'0'0,"0"0"0,0 0 16,9-2-16,14-2 16,36-6-16,36-6 15,21-4-15,15-1 16,11-3-16,12 6 15,3 9-15,8 0 16,9 7 0,-4-1-16,7 1 15,-3 2-15,-12-1 16,32 1-16,9 0 16,16 0-16,18-5 15,-11-4-15,-1-5 16,0-2-16,-4-5 15,-1-5-15,-4-3 16,-9 1-16,-1 1 16,-22 2-1,3 1-15,-27 3 16,-4 2-16,-22 2 16,-17 3-16,-14 2 15,-26 3-15,-19 2 16,-18 4-16,-17 0 15,-23 3-15,20-1 16,-20 1-16,0 0 16</inkml:trace>
  <inkml:trace contextRef="#ctx0" brushRef="#br0" timeOffset="201146.99">9289 4747 0,'0'0'0,"-3"-3"0,3 3 15,-6-14-15,1 1 16,-4-7-16,-3-9 16,-1-4-16,-1-6 15,1-4 1,-6-14-16,-1-10 15,1 3-15,2 2 16,-1-6-16,1 6 16,-2-7-16,0-4 15,2 13-15,0 1 16,1 14-16,2 4 16,0 2-1,-1-6-15,0 0 16,2 2-16,3 7 15,3 3-15,2 2 16,2 6-16,1-1 16,0 5-16,2 5 15,0 3-15,0 13 16,2-15-16,-2 15 16,3-10-16,-3 10 15,10-15-15,7 1 16,12-3-1,12-1-15,6 2 16,6 5-16,2 3 16,3 3-16,-4 5 15,0 0-15,-2 0 16,-1 4-16,-4 1 16,-8 1-16,-6 1 15,-4 1-15,-5-1 16,0 1-1,-6 0-15,-18-8 16,31 16-16,-15-5 16,2 2-16,-1 4 15,-3 2-15,-2 4 16,3 8-16,-2 6 16,0 9-16,1 9 15,-2 4-15,4 11 16,-2-3-1,-1 5-15,-1 3 16,0 9-16,-2-2 16,1 8-16,0-6 15,0 7-15,0 6 16,-1-7-16,0-8 16,-4-11-16,-2-7 15,-3-11 1,-2-10-16,-1-13 15,2-11-15,0-6 16,0-3-16,0-10 16,0 13-16,0-13 15,0 0-15,0 0 16,0 0-16,0 0 16,0 0-16</inkml:trace>
  <inkml:trace contextRef="#ctx0" brushRef="#br0" timeOffset="203097.15">8990 2563 0,'0'0'0,"0"0"0,-2-2 16,2 2-16,0 0 16,0 0-16,0 0 15,0 0-15,0 0 16,0 0-16,-15 2 15,5 11 1,-6 15-16,-2 11 16,0 6-16,4-5 15,4 0-15,3 1 16,3 2-16,4-1 16,5-3-16,7 2 15,6-4-15,3-4 16,-1-12-16,4-9 15,0-7 1,-2-6-16,-2-4 16,-2-8-16,-1-5 15,-5-7-15,-5-4 16,-6 5-16,-6 2 16,-5 3-16,-3 3 15,1 4-15,12 12 16,-18-16-16,18 16 15,0 0 1,0 0-16,0 0 16,0 0-16,0 0 15,0 0-15</inkml:trace>
  <inkml:trace contextRef="#ctx0" brushRef="#br0" timeOffset="203463.81">9235 2854 0,'0'0'0,"0"0"0,0 0 15,0 0-15,0 0 16,-5 11-16,-7 8 16,2 6-16,2 0 15,8 4-15,4-4 16,6-2-16,3-1 15,7-4 1,1-6-16,-2-9 16,2-8-16,4-14 15,4-5-15,-1-10 16,-5 0-16,-7 6 16,-3 4-16,-6 6 15,-2 3-15,-3 4 16,-2 11-16,-6-11 15,6 11-15,-29-2 16,-3 14-16,-7 16 16,6 10-1,16-6-15</inkml:trace>
  <inkml:trace contextRef="#ctx0" brushRef="#br0" timeOffset="204013.34">11032 3958 0,'0'0'0,"0"0"15,0 0-15,3 6 16,4 12-16,10 19 16,4 11-16,2 14 15,-2 6-15,-1 4 16,-4-4-16,-2-6 15,-3 3-15,-5 4 16,-1-4-16,-4-3 16,-2-12-16,-2-7 31,0-16-15,2-11-16,1-16 15,0 0-15</inkml:trace>
  <inkml:trace contextRef="#ctx0" brushRef="#br0" timeOffset="204480.02">11092 4160 0,'0'0'0,"0"0"16,0-2-16,0 2 15,-3-11-15,3 11 16,1-24-16,2 4 15,7-11-15,17-10 16,12-11-16,6 2 16,8 4-1,2 11-15,2 6 16,4 6-16,-2 8 16,-1 6-16,-2 8 15,-7 7-15,-4 8 16,-5 9-16,-8 6 15,-7 8-15,-6 6 16,-4 5-16,-5 3 16,-3 4-16,-4 0 15,-4-3 1,-3-4-16,-1 3 16,-1 2-16,2-5 15,0 0-15,-1-5 16,2 3-16,1-5 15,-1 0-15,1-7 16,1-7-16,0-6 16,1-9-1,0-12-15,-4 13 16,4-13-16</inkml:trace>
  <inkml:trace contextRef="#ctx0" brushRef="#br0" timeOffset="205463.36">11499 2951 0,'0'0'0,"0"0"0,0 0 16,0 0-16,0 0 16,0 0-16,0 0 15,0 0 1,-6 0-16,6 0 16,0 0-16,0 0 15,0 0-15,0 0 16,0 0-16,0 0 15,0 0-15,0 0 16,0 0-16,0 0 16,0 0-1,0 0-15,0 0 16,0 0-16,0 0 16,0 0-16,0 0 15,0 0-15,0 0 16,0 0-16,0 0 15,0 0-15,0 0 16,0 0-16,0 0 16,-15 9-16,15-9 15,0 0 1,-27-11-16,11 5 16,-2-1-16,0 0 15,-5 1-15,-1 0 16,-2 4-16,4 1 15,1 1-15,5 1 16,16-1-16,-17 2 16,17-2-16,0 0 15,0 0-15,0 0 16,0 0 0,0 0-16,0 0 15,47-22-15,8-3 16,-1 6-16,-6 5 15,-9 8-15,-9 4 16,-7 3-16,-6 4 16,-17-5-16,20 13 15,-12 2 1,-6 7-16,-2 12 16,-8 14-16,-5 5 15,-3 5-15,-3 8 16,-4 0-16,2-2 15,5-12-15,3-11 16,7-11-16,2-10 16</inkml:trace>
  <inkml:trace contextRef="#ctx0" brushRef="#br0" timeOffset="205829.85">11900 3101 0,'0'0'0,"0"0"0,0 0 15,0 0-15,0 3 16,0-3 0,-23 27-16,-3 5 15,0 9-15,7 9 16,6 0-16,4-4 15,7-10-15,4-9 16,4-7-16,1-4 16,-7-16-16,29 11 15,0-22-15,9-9 16,4-15 0,-5-7-16,-7 1 15,-8 0-15,-11 2 16,-7 5-16,-4 4 15,-2 7-15,-4 7 16,-3 5-16,-16 5 16,-47 17-16,-67 31 15</inkml:trace>
  <inkml:trace contextRef="#ctx0" brushRef="#br0" timeOffset="-205483.31">20334 1810 0,'-2'-2'0,"2"2"0,-19-18 16,-21 1-16,-31 4 16,-29 19-16,-10 14 15,-12 27 1,-4 30-16,-12 15 15,-13 40-15,11 12 16,11 17-16,25 26 16,28-25-16,27 25 15,24-32-15,32-6 16,19-2-16,26-24 16,23-12-16,20-25 15,36-21 1,37-17-16,-7-25 15,41-29-15,-43-6 16,28-52-16,-32 10 16,10-25-16,-27 1 15,-19-8-15,-22-11 16,-28-9-16,-13-2 16,-40-45-1,-38-16 1,-40 2-16,-16 28 15,8 54 1,-28 5-16,6 16 16,-21 18-16,4 0 15,12 17-15,12-3 16,17 9-16,7 3 16,4 8-16,-12 28 15,1 18-15</inkml:trace>
  <inkml:trace contextRef="#ctx0" brushRef="#br0" timeOffset="-204815.64">20263 3819 0,'-3'-2'0,"3"2"15,-27-13-15,-7 7 16,-6 5-1,-10 6-15,-14 7 16,-13 5-16,-18 13 16,-3 13-16,1 18 15,7-1-15,-2 7 16,16 3-16,-4 17 16,6 25-16,12 15 15,6-7-15,23 37 16,19-15-16,8 5 15,8-2 1,49 47 0,-1-26-1,37-25-15,6-41 16,-25-61-16,25-12 16,19-25-16,2-18 15,24-38-15,9-25 16,2-24-16,4-28 15,-30 9 1,-20-4-16,-31 5 16,-17 8-16,-23-4 15,-17 4-15,-22 6 16,-23-1-16,-27 3 16,-18 0-16,-36 5 15,-14 15-15,-20 17 16,-32 12-16,-39 30 15,-41 16 1,-43 50-16,-8 15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7T12:05:31.08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11086 4077 0,'0'0'0,"0"0"0,0 3 16,0-3-16,-3 14 15,1 15-15,-3 33 16,2 27-16,6 24 16,2 7-16,3 2 15,1 12-15,0-7 16,-2 0-16,1-9 15,-2-18 1,-2-20-16,0-22 16,-1-21-16,-2-16 15,1-9-15,-2-12 32</inkml:trace>
  <inkml:trace contextRef="#ctx0" brushRef="#br0" timeOffset="415.98">11009 4243 0,'0'0'0,"0"0"0,0 0 0,0-4 16,0 4-16,6-10 15,1-6-15,16-11 16,24-12-16,19-2 15,7 4 1,6 14-16,1 12 16,-1 10-16,-7 15 15,0 12-15,-15 0 16,-14 2-16,-14 6 16,-11 3-16,-12 8 15,-17 8-15,-13 2 16,-26 12-16,-21 6 15,-23 2 1,-8-4-16,3-12 16,15-16-16,15-13 15,14-13-15,11-6 16,8-7-16,9-1 16,8-2-16,19-1 15,-19-1-15,19 1 16,-5-13-16</inkml:trace>
  <inkml:trace contextRef="#ctx0" brushRef="#br0" timeOffset="766.56">12157 3852 0,'0'0'0,"0"0"0,0 0 15,-2 10-15,-8 27 16,-12 47-16,-11 39 16,-3 1-16,-1 4 15,-1 4-15,4-18 16,4-6-16,5-2 15,12-12-15,10-2 16,11-12 0,10-6-16,10-7 15,18-7-15,17-10 16,14-17-16,17-19 16,-1-25-16</inkml:trace>
  <inkml:trace contextRef="#ctx0" brushRef="#br0" timeOffset="1433.52">12561 4259 0,'0'0'0,"2"-3"0,-2 3 16,29-17 0,21 1-16,19 14 15,3 11-15,-4 18 16,-6 17-16,-11 11 16,-21 13-16,-15 13 15,-24 12-15,-16 6 16,-8-9-16,-4-12 15,10-22-15,4-15 16,9-15-16,6-10 16,8-16-1,-7 14-15,7-14 16,0 0-16,0 0 16,53-30-16,21-37 15,-3-15-15,-6-1 16,-7-7-16,-10 11 15,-10 13-15,-9 13 16,-11 14 0,-6 11-16,-4 11 15,-5 7-15,-3 10 16,0 0-16,0 0 16,0 0-16,0 0 15,-34 49-15,5 16 16,6 8-16,9-4 15,5-8-15,8-8 16,7 1 0,9-3-16,8-2 15,5-2-15,10-1 16,7-6-16,4-11 16,3-9-16,0-9 15,6-13-15,3-17 16</inkml:trace>
  <inkml:trace contextRef="#ctx0" brushRef="#br0" timeOffset="1633.43">13956 4792 0,'0'0'0,"0"0"0,0 0 16,0 0-16,5 6 15,-3 5-15,3 21 16,-15 44-16,-18 40 15,-9 9-15,-5-10 16,-4-19-16,1-18 16,-8-5-16,4-6 15,5-15 1,5-14-16,5-21 16</inkml:trace>
  <inkml:trace contextRef="#ctx0" brushRef="#br0" timeOffset="2333.55">14549 4013 0,'1'4'0,"1"8"15,4 9-15,6 42 16,1 32-16,-4 12 16,-2-8-1,-1-12-15,1-13 16,8-11-16,9-13 16,4-16-16,4-14 15,5-15-15,8-18 16,4-22-16,2-18 15,-6-8-15,-7-6 16,-7 2-16,-9 7 16,-9 15-16,-5 11 15,-5 15 1,-1 4-16,-2 13 16,0 0-16,3-10 15,-3 10-15,0 0 16,4 24-16,5 24 15,7 38-15,2 18 16,-4 31-16,-13 14 16,-5-3-16,-5 1 15,-3-19 1,-42 80 0,-4-24-1,-18-2-15,5-46 16,23-66-16,-12-6 15,8-23-15,7-9 16,13-17-16,8-14 16,1-18-16,3-33 15,11-51 1,22-48-16,18-13 16,30-12-16,3 16 15,13 14-15,5 16 16,-4 12-16,0 9 15,-14 21-15,-8 10 16,-7 10-16</inkml:trace>
  <inkml:trace contextRef="#ctx0" brushRef="#br0" timeOffset="2649.12">15582 3544 0,'0'0'0,"0"0"0,0 0 0,0 0 0,0 0 16,7 9-16,18 25 15,28 49-15,9 45 16,-2 6-16,-2 32 15,-15 4-15,-4 6 16,-20 10-16,-11-18 16,-27 13-16,-29-15 15,-138 158 17,-59-16-32,-43 20 15</inkml:trace>
  <inkml:trace contextRef="#ctx0" brushRef="#br0" timeOffset="13849.89">16599 4459 0,'0'0'0,"0"0"0,0 0 16,0 0-16,0 0 15,0 0-15,0 0 16,5 3-16,-5-3 16,13 21-16,-2-3 15,3 3-15,0 1 16,0-1-16,-1-1 16,3 1-16,4 1 15,9-1 1,12-8-16,20-11 15,18-17-15,25-19 16,13-14-16,9-15 16,0-7-16,1-5 15,-12 3-15,-5 4 16,-14 9-16,-12 7 16,-19 12-16,-18 10 15,-11 10-15,-13 8 16,-23 12-1,22-9-15,-22 9 16,0 0-16,0 0 16</inkml:trace>
  <inkml:trace contextRef="#ctx0" brushRef="#br0" timeOffset="14216.7">16897 5044 0,'0'0'0,"0"0"0,9-6 16,14-10-16,37-18 16,26-12-16,16-6 15,20-8-15,7-5 16,15-6-16,-6-2 16,-10 5-16,-8 5 15,-12 7-15,-12 3 16,-9 6-1,-18 10-15,-14 8 16,-18 8-16,-13 10 16,-8 5-16,-16 6 15</inkml:trace>
  <inkml:trace contextRef="#ctx0" brushRef="#br0" timeOffset="26733.09">18682 4472 0,'0'0'0,"0"0"0,0 0 16,10-10-16,18-14 15,15-24-15,7-8 16,-4 7 0,-7 4-16,-5 6 15,-3 11-15,-5 9 16,-2 4-16,-4 4 15,1 4-15,0 7 16,0 7-16,0 11 16,-1 7-16,3 16 15,-1 8 1,-1-1-16,-4-5 16,0-2-16,0-6 15,4-7-15,10-3 16,8-9-16,10-10 15,12-10-15,0-13 16,-5-10-16,-4-5 16,-7-3-16,-6 5 15,-8 3-15,-6 5 16,-7 3 0,-3 7-16,-15 12 15,16-14-15,-16 14 16,0 0-16,0 0 15,0 0-15,0 0 16,0 0-16,7 12 16,-28 32-16</inkml:trace>
  <inkml:trace contextRef="#ctx0" brushRef="#br0" timeOffset="27152.05">18557 4916 0,'0'0'0,"0"0"0,0 0 15,0 0-15,0 0 16,10 0-16,14 0 15,17 0-15,11-2 16,6-1-16,1-5 16,6-5-16,0-3 15,-5 1-15,-8 3 16,-10 1 0,-3 1-16,-9 4 15,1 1-15,0-3 16,-1 5-16,5 1 15,2 2-15,8 2 16,12-2-16,5 0 16,5-2-16,0-4 15,-3-3-15,-8-3 16,-10 2-16,-9 2 16,-5 2-1,-5 1-15,1-1 16</inkml:trace>
  <inkml:trace contextRef="#ctx0" brushRef="#br0" timeOffset="30083.01">21149 3800 0,'0'0'0,"0"0"16,0 0-16,5 0 15,-5 0-15,40 0 16,-6 13-16,6 17 15,-8 16 1,-10 20-16,-16 17 16,-22 11-16,-16 9 15,-7-4-15,-4-4 16,-2-11-16,5-13 16,3-16-16,13-16 15,8-14-15,7-10 16,2-4-16,7-11 15,0 0 1,-7 10-16,7-10 16,14-10-16,29-24 15,20-23-15,2-5 16,0-7-16,-8 0 16,-2-4-16,-8 5 15,-6 10-15,-10 12 16,-9 7-1,-5 13-15,-6 7 16,-5 8-16,-6 11 16,6-12-16,-6 12 15,0 0-15,0 0 16,0 0-16,0 0 16,-1 14-16,-4 22 15,-3 12-15,-6 4 16,2 1-16,-1-6 15,4-5 1,1-12-16,4-4 16,6-2-16,2-5 15,6 1-15,5-3 16,6-5-16,12-4 16,10-7-16,8-6 15,0-9-15,-2-5 16,-4-5-16,-4-11 15,-5-12 1,-9-35-16</inkml:trace>
  <inkml:trace contextRef="#ctx0" brushRef="#br0" timeOffset="30365.85">21871 3171 0,'0'0'0,"0"0"15,0 0-15,2 8 16,3 21-16,8 31 15,7 15 1,9 4-16,6-7 16,3-7-16,3-5 15,-3-6-15,2-11 16,-10-10-16</inkml:trace>
  <inkml:trace contextRef="#ctx0" brushRef="#br0" timeOffset="30865.78">22737 4255 0,'0'0'0,"0"0"0,0 0 15,0 0-15,0 0 16,-2 2-16,-7 13 16,-21 30-16,-16 25 15,0 1-15,1 2 16,0 0-16,1-2 15,6-7-15,7-14 16,1 0 0,3-5-16,2-6 15</inkml:trace>
  <inkml:trace contextRef="#ctx0" brushRef="#br0" timeOffset="31666.58">23506 3665 0,'0'0'0,"0"0"0,0 0 0,0 0 16,0 6-16,0 10 16,0 11-16,3 4 15,4-2-15,8-6 16,12-6-16,8-10 15,13-14 1,6-13-16,3-15 16,-6-8-16,-10 2 15,-11 9-15,-11 11 16,-7 8-16,-12 13 16,11-13-16,-11 13 15,0 0-15,0 0 16,7 23-16,-4 41 15,-9 36 1,-9 8-16,-2 7 16,-2 0-16,-2 2 15,1-10-15,-3-8 16,4-7-16,2-17 16,0-8-16,-2-8 15,-3-8-15,-8 2 16,-1 1-16,1-11 15,-2-7-15,-5-11 16,-3-7 0,-5-4-16,-1-10 15,5-5-15,3-12 16,7-7-16,1-8 16,3-15-16,9-7 15,13-21-15,15-9 16,17-8-16,16-5 15,8 10-15,13-1 16,2 7-16,-1 8 16,-2 5-1,-9 14-15,-9 10 16,-6 5-16,-2 2 16,-2-1-16,-6-2 15</inkml:trace>
  <inkml:trace contextRef="#ctx0" brushRef="#br0" timeOffset="31981.81">24098 2619 0,'0'0'0,"0"0"0,0 0 15,0 0-15,0 0 16,6 9-16,16 26 15,16 47-15,-7 40 16,-6 14 0,-11 8-16,-5-6 15,-9-6-15,0-9 16</inkml:trace>
  <inkml:trace contextRef="#ctx0" brushRef="#br0" timeOffset="35800.08">12746 1975 0,'0'0'0,"0"0"0,0 0 16,0 4-16,0-4 15,6 27-15,1 2 16,5 4-16,3-1 16,1-4-16,0-3 15,4-5 1,4-2-16,8-8 15,14-8-15,21-14 16,27-26-16,25-31 16,13-21-16,8-12 15,5-13-15,-11 12 16,-10 7-16,-20 14 16,-14 13-16,-14 11 15,-14 16 1,-12 11-16,-11 12 15,-13 10-15</inkml:trace>
  <inkml:trace contextRef="#ctx0" brushRef="#br0" timeOffset="36550.11">14589 1829 0,'0'0'0,"14"-5"16,11-3-16,47-17 15,33-11 1,9-3-16,8-3 15,-2 1-15</inkml:trace>
  <inkml:trace contextRef="#ctx0" brushRef="#br0" timeOffset="36882.98">15000 1758 0,'0'0'0,"0"0"16,0 0-16,-3 4 16,3-4-16,-12 26 15,-2 10-15,-3 20 16,1 12-1,2 2-15,4-3 16,3-3-16,-3-5 16,4-5-16,0-5 15,0-12-15,-1-15 16</inkml:trace>
  <inkml:trace contextRef="#ctx0" brushRef="#br0" timeOffset="37150.39">14380 2396 0,'0'0'0,"0"0"0,0 0 16,0 0-16,0 0 16,0 0-16,0 0 15,6-2-15,20-3 16,33-6-1,28-7-15,9-6 16,6-3-16,-8-1 16,-5-1-16,-11 4 15,-9 4-15,-7 1 16,-8 3-16,-5 2 16,0 1-16,-8 4 15,4-3-15</inkml:trace>
  <inkml:trace contextRef="#ctx0" brushRef="#br0" timeOffset="37365.76">15704 2087 0,'0'0'0,"0"0"0,0 0 16,0 0-16,-1 7 15,-2 14 1,-6 28-16,-7 34 16,-14 22-16,-15 16 15,-8 5-15,-6 6 16</inkml:trace>
  <inkml:trace contextRef="#ctx0" brushRef="#br0" timeOffset="38499.16">15560 1369 0,'0'0'0,"0"0"0,-2-3 15,2 3-15,-12-15 16,4 3 0,-9-7-16,-11-1 15,-13-5-15,-14 3 16,-10 4-16,-12 6 16,-12 6-16,-9 8 15,4 7-15,1 6 16,0 12-1,3 10-15,0 11 16,5 8-16,3 11 16,3 16-16,10 5 15,7 5-15,8 4 16,11-4-16,5 8 16,11-4-16,10 2 15,9-4-15,9-6 16,10-8-16,12-2 15,8-7 1,16-1-16,13-10 16,16-2-16,16-9 15,11-7-15,10-12 16,3-9-16,3-20 16,1-12-16,2-21 15,-3-17-15,1-8 16,-8-15-16,-14-2 15,-11-9-15,-8-8 16,-10-6 0,-7-9-16,-8-5 15,-20 7-15,-9 0 16,-18 6-16,-14 5 16,-18 4-16,-18 4 15,-19 7-15,-16 6 16,-16 10-16,-21 5 15,-19 15-15,-18 12 16,-12 20 0,-12 25-16,-12 18 15,-3 28-15,-15 24 16,7 31-16</inkml:trace>
  <inkml:trace contextRef="#ctx0" brushRef="#br0" timeOffset="46632.04">16431 1512 0,'0'0'0,"0"0"0,0 0 15,0 0-15,0 0 16,4 6 0,2 5-16,4 8 15,6 13-15,3 10 16,-2 5-16,-3 0 16,0-3-16,-3-1 15,-1 0-15,2 4 16,-1-2-16,-4-3 15,0-4-15,0-3 16,0-6-16,-3-5 16,0-3-1,1-5-15,-2-3 16,-3-13-16,5 17 16,-5-17-16,4 12 15,-4-12-15,0 0 16,8 12-16,-8-12 15,0 0-15,0 0 16,0 0 0,0 0-16,0 0 15,0 0-15,0 0 16,0 0-16,0 0 16,15-4-16,-15 4 15,3-11-15,-3 11 16,0-13-16,-2 1 15,1-8-15,2-16 16,10-23 0,5-4-16,-2 1 15,3 3-15,1-2 16,-2 4-16,1-1 16,-4 12-16,-2 7 15,-4 8-15,1 6 16,-3 7-16,-3 4 15,1 4-15,-3 10 16,3-13 0,-3 13-16,0 0 15,4-11-15,-4 11 16,0 0-16,0 0 16,0 0-16</inkml:trace>
  <inkml:trace contextRef="#ctx0" brushRef="#br0" timeOffset="47198.78">17134 2214 0,'0'0'0,"0"0"16,0 0-16,0 0 15,-4-3-15,4 3 16,0 0-16,0 0 16,0 0-1,0 0-15,0 0 16,0 0-16,-7 16 16,2 10-16,-3 24 15,-7 14-15,-6 3 16,-9 6-16,-9 10 15,-9 7-15,-4 4 16,-9-1-16</inkml:trace>
  <inkml:trace contextRef="#ctx0" brushRef="#br0" timeOffset="47665.71">17439 1558 0,'0'0'0,"0"0"0,0 6 15,0 25-15,0 37 16,0 29 0,0 9-16,-2-3 15,0 6-15,-2-3 16,0-7-16,-2-12 16,-2-9-16,0-15 15,-1-11-15,4-17 16</inkml:trace>
  <inkml:trace contextRef="#ctx0" brushRef="#br0" timeOffset="48148.64">17455 1880 0,'0'0'0,"0"0"0,-2-2 0,2 2 16,0 0-16,-3-15 16,3 15-16,7-37 15,39-39-15,12-21 16,-4 28 0,-22 34-16,-14 19 15,-18 16-15,23-15 16,-4 11-16,13 9 15,8 12-15,4 15 16,-2 13-16,-7 11 16,-5 8-16,-2 6 15,-7 3 1,-9 7-16,-2-3 16,-4-5-16,0-8 15,-1-2-15,-2-2 16,-1-7-16,0-11 15,-1-7-15,0-9 16,0-1-16,1-6 16,-2-3-16,2-5 15,-2-11 1,0 0-16,0 0 16</inkml:trace>
  <inkml:trace contextRef="#ctx0" brushRef="#br0" timeOffset="48382.06">17193 2354 0,'0'0'0,"0"0"0,0 0 15,-4-2-15,4 2 16,0 0-16,0 0 15,28-32-15,51-28 16,33-5-16,-14 16 16,-3 7-16,-7 3 15,0 3-15,4-3 16,-13 9 0</inkml:trace>
  <inkml:trace contextRef="#ctx0" brushRef="#br0" timeOffset="48665.92">18539 2324 0,'0'0'0,"0"0"0,0 0 16,-2 7-16,-3 23 16,-14 39-16,-15 26 15,-5-3-15,-1-5 16,-1 2 0,-2-1-16,-2-3 15,1-5-15,2-11 16</inkml:trace>
  <inkml:trace contextRef="#ctx0" brushRef="#br0" timeOffset="49048.97">18814 1703 0,'0'0'0,"2"7"16,2 8-16,8 30 15,4 38-15,-5 16 16,-5 11-16,-2 3 16,-1-11-16,-1-9 15,0-9-15,0-10 16,-1-3 0,0-7-16,-1-11 15,0-16-15,0-14 16</inkml:trace>
  <inkml:trace contextRef="#ctx0" brushRef="#br0" timeOffset="49348.89">18391 1994 0,'0'0'0,"0"0"0,0 0 15,2-4-15,18-17 16,66-37 0,58-26-16,8 10 15,7 2-15,-10 11 16,-11 5-16,-16 11 15,-12 5-15,-18 9 16,-12 9-16,-13 7 16,-17 10-16,-12 7 15</inkml:trace>
  <inkml:trace contextRef="#ctx0" brushRef="#br0" timeOffset="50565.62">19585 2336 0,'0'0'0,"0"0"0,0 0 0,0 0 15,0 0 1,0 4-16,0-4 15,0 0-15,0 0 16,0 0-16,6 11 16,-6-11-16,29 3 15,31-17-15,51-29 16,38-31-16,23-22 16,-1-9-1,5-7-15,-7 3 16,-15 11-16,-13 6 15,-21 16-15,-23 14 16</inkml:trace>
  <inkml:trace contextRef="#ctx0" brushRef="#br0" timeOffset="50865.64">19475 2872 0,'0'0'0,"0"0"0,0 0 0,0 0 16,3-3-16,18-19 15,55-54 1,63-50-16,20-13 15,21-10-15,-4 8 16,2 1-16,-16 20 16,-8 3-16,-17 19 15,-19 13-15</inkml:trace>
  <inkml:trace contextRef="#ctx0" brushRef="#br0" timeOffset="51215.66">19802 1798 0,'0'0'0,"0"0"15,0 0-15,0 0 16,5 5-16,18 12 16,26 26-16,21 35 15,4 16 1,3 15-16,4 15 15,-10-7-15,-4 1 16,-6-12-16</inkml:trace>
  <inkml:trace contextRef="#ctx0" brushRef="#br0" timeOffset="51532.9">20265 1680 0,'0'0'0,"3"8"0,-3-8 0,7 19 16,18 42-16,20 43 16,19 34-16,19 15 15,17 11-15,3-10 16,4 0-16,7 6 16,-15-17-16</inkml:trace>
  <inkml:trace contextRef="#ctx0" brushRef="#br0" timeOffset="61199.51">1879 1309 0,'0'0'0,"0"0"0,0 0 0,0 0 16,-2 2-16,2-2 16,0 0-16,0 0 15,0 0-15,0 0 16,0 0-16,0 0 16,0 0-16,0 0 15,0 0-15,0 0 16,0 0-16,42 22 15,-3-7 1,4 2-16,2-2 16,7 3-16,3-3 15,3 2-15,3 0 16,1-3-16,0-2 16,-1-1-16,-3-2 15,-2-1-15,3-3 16,0 1-16,-1 0 15,0-2 1,1 1-16,5 1 16,2-1-16,0-2 15,-2 0-15,6-1 16,0-2-16,-2 0 16,0 0-16,-7 0 15,3 0-15,-1 0 16,-1 0-16,-6 0 15,-2 0-15,2 1 16,1 1 0,2 2-16,-7 0 15,0 3-15,1 0 16,2 1-16,3 0 16,-4 0-16,5-1 15,0 2-15,0-2 16,3 1-1,-1-1-15,2 1 16,4-1-16,-3-1 16,3 1-16,0-1 15,-2 0-15,2 1 16,-3-1-16,7 1 16,3 1-16,2-1 15,2 1-15,2-1 16,2-3-16,0-1 15,3-2-15,2-1 16,1-1 0,4 0-16,0-2 15,4 2-15,-1 0 16,3-2-16,-7 1 16,-3 2-16,2-2 15,-4 1-15,4 0 16,6 0-16,-3-1 15,4 1-15,2 4 16,0-2 0,-5 1-16,9 4 15,3-3-15,8 2 16,10 0-16,-1-1 16,5-6-16,-1-5 15,-2 1-15,4-3 16,-5 0-16,8 0 15,-1-1-15,1 2 16,1-1 0,-2-1-16,0 2 15,-7 0-15,2 0 16,-3 3-16,-2-1 16,-4 4-16,-7 4 15,-11-2-15,-7 3 16,-12 0-16,-15-1 15,-13 3 1,-14-3-16,-14 2 16,-7-1-16,-17-3 15,16 5-15,-16-5 16,0 0-16,0 0 16,0 0-16,13 10 15,-13-10-15,0 0 16,0 0-16,0 0 15,0 0-15,0 0 16,0 0 0</inkml:trace>
  <inkml:trace contextRef="#ctx0" brushRef="#br0" timeOffset="68832.57">6727 2012 0,'0'0'0,"0"0"0,0 0 15,0 0-15,0 0 16,1 6-16,4 9 16,4 16-16,5 10 15,-3 10-15,-3 7 16,-5 9-16,-3-3 15,0-5 1,-1-10-16,-1-8 16,-1-7-16,1-7 15,-1-6-15,2-6 16,0-5-16,1-10 16,-1 10-16,1-10 15,0 0-15,0 0 16,0 0-16,0 0 15,0 0 1,-8-19-16,2-26 16,5-40-16,15-12 15,7 13-15,-1 12 16,3 3-16,3-3 16,0 6-16,1 5 15,-6 18-15,-6 10 16,-2 7-16,-3 9 15,-3 3 1,-2 3-16,-5 11 16,6-13-16,-6 13 15,0 0-15,0 0 16,0 0-16,0 0 16,17 4-16,1 11 15,6 8-15,0 9 16,4 12-16,-1 10 15,1 0 1,-3-3-16,-3-6 16,0-2-16,-2-4 15,-4-4-15,0-5 16,-5-6-16,-2-6 16,-1-4-16,-3-3 15,-5-11-15,8 14 16,-8-14-16,0 0 15,0 0-15,0 0 16,0 0 0,20 2-16,-13-12 15,7-13-15,16-37 16,13-39-16,2-10 16,-8 11-16,-10 22 15,-5 8-15,-4 9 16,-2 7-16,-2 9 15,-4 9-15,-3 9 16,-2 9 0,-1 7-16,-4 9 15,5-14-15,-5 14 16,0 0-16,4-10 16,-4 10-16,0 0 15,0 0-15,23 9 16,-8 3-16,6 14 15,1 14 1,-1 11-16,-5 3 16,-1 0-16,-1 5 15,-1 1-15,-1-2 16,-3-6-16,-1 1 16,-1-1-16,0-2 15,0-3-15,-2-3 16,0-5-16,0-1 15,0-2-15,-1-3 16,1-4 0,0-6-16,-2-5 15,1-5-15,-4-13 16,4 15-16,-4-15 16,0 0-16,3 11 15,-3-11-15,0 0 16,0 0-16,0 0 15,0 0-15</inkml:trace>
  <inkml:trace contextRef="#ctx0" brushRef="#br0" timeOffset="78415.56">16928 9769 0,'0'0'0,"0"0"0,0 0 0,0 0 15,0-2 1,0 2-16,10-12 16,6-4-16,18-9 15,11 2-15,-3 3 16,-5 6-16,-3 6 15,-5 5-15,-2 9 16,0 6-16,-4 7 16,-5 9-1,-7 8-15,-11 13 16,-9 13-16,-11 4 16,-7 1-16,-1-15 15,3-10-15,5-11 16,7-12-16,4-7 15,9-12-15,-7 10 16,7-10-16,0 0 16,0 0-1,6-15-15,21-30 16,21-20-16,9 0 16,4 3-16,8-7 15,-1 9-15,3 2 16,-5 8-16,-11 11 15,-10 11-15,-18 11 16,-7 8-16,-20 9 16,20-4-16,-20 4 15,0 0 1,0 0-16,2 35 16,-17 7-16,-7 3 15,-3 0-15,2-5 16,0-4-16,2-1 15,4-5-15,2-4 16,7-2-16,7 1 16,5-1-16,8 0 15,4-2 1,5-5-16,7-4 16,6-3-16,4-6 15,4-4-15,2-7 16</inkml:trace>
  <inkml:trace contextRef="#ctx0" brushRef="#br0" timeOffset="78681.85">18154 10074 0,'0'0'0,"0"0"0,0 0 0,0 0 0,0 0 15,0 0-15,0 0 16,0 6 0,0 7-16,0 10 15,0 9-15,0 9 16,-2 6-16,0-1 15,-6-16-15</inkml:trace>
  <inkml:trace contextRef="#ctx0" brushRef="#br0" timeOffset="79698.64">19137 9849 0,'0'0'0,"0"0"0,0 0 16,0-2-16,0 2 15,0 0-15,16-12 16,-16 12-16,29-16 16,-13 12-16,-1 8 15,2 6-15,-3 13 16,-6 13 0,-6 5-16,-9 2 15,-1-8-15,0-10 16,2-11-16,6-14 15,-6 14-15,6-14 16,0 0-16,0 0 16,0 0-16,42-37 15,6-4-15,0-2 16,-5 4 0,-3 3-16,0 3 15,-4 9-15,-8 8 16,-7 7-16,-21 9 15,24-8-15,-24 8 16,0 0-16,0 0 16,0 0-16,0 0 15,14 18-15,-14-3 16,0 2 0,-1 2-16,1-2 15,0-2-15,0-1 16,0-3-16,0-11 15,20 17-15</inkml:trace>
  <inkml:trace contextRef="#ctx0" brushRef="#br0" timeOffset="79981.48">20085 10021 0,'0'0'0,"0"0"0,0 0 16,0 0-16,0 0 15,2 3-15,-2-3 16,0 0-16,2 17 16,-4-4-1,0 2-15,-1 2 16,0-2-16,2-6 15,1-9-15,27 16 16,14-9-16,10-7 16,7-4-16</inkml:trace>
  <inkml:trace contextRef="#ctx0" brushRef="#br0" timeOffset="80581.66">21447 9668 0,'0'0'0,"0"0"0,0 0 15,0 0-15,9-4 16,11 0-16,12 4 16,2 8-16,-3 1 15,-9 6-15,-1 4 16,-7 5 0,-6 2-16,-3-1 15,-5-1-15,-3-4 16,0-7-16,3-13 15,-2 13-15,2-13 16,0 0-16,0 0 16,0 0-16,28-12 15,5-9-15,4-5 16,-2 3-16,-6 4 16,-6 3-1,-6 5-15,-17 11 16,20-10-16,-20 10 15,0 0-15,0 0 16,18 21-16,-17 1 16,-3 6-16,-1-3 15,-2-4-15,2-4 16,1-4-16,2-13 16,-1 16-1,1-16-15,31 18 16,5-10-16,14-12 15,2-13 1</inkml:trace>
  <inkml:trace contextRef="#ctx0" brushRef="#br0" timeOffset="81148.47">22288 10042 0,'0'0'0,"0"0"15,0 4-15,0-4 16,-1 19-16,0 0 16,0 3-16,-1 1 15,0 0-15,-4 0 16,3-3-16,-1-4 16,1-5-16,3-11 15,-7 12 1,7-12-16,0 0 15,0 0-15,0 0 16,-2-23-16,10-14 16,6-10-16,3 0 15,0 4-15,2 0 16,-3 6-16,0 4 16,-4 10-1,-6 8-15,-6 15 16,11-15-16,-11 15 15,0 0-15,29 3 16,-3 14-16,7 12 16,2 5-16,-1 4 15,0-2-15,-7-5 16,0-3-16,-4-5 16,2-6-1,7-11-15,5-9 16,4-9-16,3-15 15,-1-8-15,-3-4 16,-5-3-16,-2 0 16,-7 0-16,-3 7 15,-7 7-15,-4 6 16,-5 6-16,-3 6 16,-4 10-16,0 0 15</inkml:trace>
  <inkml:trace contextRef="#ctx0" brushRef="#br0" timeOffset="85198.45">19792 12388 0,'0'0'0,"0"0"15,0 0-15,0 0 16,0 0-16,-6-5 15,6 5-15,-19-17 16,0 3 0,-2-1-16,-5 5 15,-5 2-15,-6 3 16,-6 3-16,-4 2 16,-2 2-16,2 2 15,5 3-15,4 3 16,7 0-16,6 2 15,0 1-15,3 2 16,-2 5 0,2 8-16,3 0 15,2 2-15,7 7 16,4 5-16,5 4 16,5 3-16,2-1 15,4 3-15,3-1 16,2-2-16,1-5 15,2-2-15,3-4 16,1-1-16,1-4 16,2-2-1,2-4-15,4-2 16,6-6-16,2-5 16,3-7-16,0-5 15,3-5-15,3-10 16,9-10-16,2-11 15,-1-10-15,-8-4 16,-10 1-16,-10 2 16,-5 1-16,-4 0 15,-1-1 1,-5-3-16,-6 4 16,-9-2-16,-6 4 15,-4 6-15,-2 3 16,-4 4-16,-2 1 15,-7 3-15,-5 2 16,-2 4-16,-7 0 16,-4 3-1,-1 5-15,-2 4 16,-3 6-16,0 4 16,0 5-16,0 1 15,4 4-15,4 0 16,5-1-16,7 1 15,6 0-15,1 0 16,5 0-16,3 3 16,2 7-1,3 2-15,7 7 16,2 0-16,2-2 16,6 0-16,4-2 15,8-3-15,10-1 16,8-2-16,9-9 15,5-4-15,2-8 16,2-6-16,-1-6 16,1-4-1,-5-1-15,-6 0 16,-7 2-16,-7-1 16,-8 1-16,-5 4 15,-18 11-15,16-10 16,-16 10-16,3-13 15</inkml:trace>
  <inkml:trace contextRef="#ctx0" brushRef="#br0" timeOffset="89932.27">11664 5354 0,'0'0'0,"0"0"0,0 0 16,0 0-16,0-2 16,0 2-16,0 0 15,0 0 1,0 0-16,37-3 15,1 3-15,17 0 16,10 0-16,9 0 16,0-1-16,5-4 15,7-3-15,5-3 16,1 2-16,2-2 16,5 1-16,5-1 15,1 1-15,1-1 16,-2 2-1,-3 0-15,1 3 16,-3-1-16,-3 1 16,-1 1-16,-4 1 15,-4 1-15,1 1 16,-4-1-16,-1 1 16,-4-1-16,4 1 15,3 2 1,2 0-16,4 0 15,-6 0-15,-7 0 16,-9 0-16,-14 0 16,-15 0-16,-13 0 15,-9 0-15,-19 0 16,19 0-16,-19 0 16,0 0-16,0 0 15,0 0-15,0 0 16,0 0-16,15 2 15</inkml:trace>
  <inkml:trace contextRef="#ctx0" brushRef="#br0" timeOffset="101915.35">15376 12739 0,'0'0'0,"0"0"0,0 2 0,0-2 15,-4 27-15,0 6 16,-2 9 0,1 3-16,0 0 15,2-2-15,0-2 16,0 2-16,1 2 15,2 4-15,2 1 16,-2-2-16,0-5 16,0-6-16,0-5 15,0-2-15,1-2 16,1-7-16,0-3 16,1-5-1,-3-13-15</inkml:trace>
  <inkml:trace contextRef="#ctx0" brushRef="#br0" timeOffset="102298.14">15779 12622 0,'0'0'0,"0"0"0,0 0 16,0 3-16,0-3 15,4 29 1,1 9-16,0 13 0,-2 9 16,1 7-1,-4 0-15,0-3 16,0 3-16,-4-4 15,1-1-15,0-5 16,2-6-16,-2-6 16,0-10-16,-1 2 15,-1-3-15,1-4 16,-1-6 0,1-7-16,4-17 15,-5 13-15,5-13 16</inkml:trace>
  <inkml:trace contextRef="#ctx0" brushRef="#br0" timeOffset="102681.68">14938 12819 0,'0'0'0,"0"0"0,0 0 0,0 0 16,0 0-16,0 0 15,0 0-15,0 0 16,4-3-16,14-5 16,36-14-1,41-10-15,15-2 16,4-1-16,0-1 15,-3 1-15,-11 3 16,-11 3-16,-15 5 16,-10 5-16,-12 4 15,-16 3-15,-9 7 16,-11-1-16,-16 6 16,0 0-1,17-3-15,-17 3 16,0 0-16,0 0 15</inkml:trace>
  <inkml:trace contextRef="#ctx0" brushRef="#br0" timeOffset="104015.59">16636 12777 0,'0'0'0,"0"0"16,0 0-16,0 0 15,0 0-15,0 0 16,0 0-16,0 0 16,0 0-16,0 0 15,0 0 1,0 0-16,0 0 15,-2 9-15,0 8 16,-2 9-16,0 4 16,0 3-16,-3-3 15,1 4-15,-2-1 16,2-1-16,-1 0 16,0-6-1,3-2-15,-3 2 16,3-4-16,2-2 15,-1-3-15,2-3 16,0-3-16,-1 0 16,2-11-16,0 19 15,0-10-15,0 2 16,0-11-16,0 15 16,0-15-1,0 13-15,0-13 16,0 12-16,0-12 15,0 0-15,0 11 16,0-11-16,0 0 16,0 0-16,0 0 15,0 12-15,0-12 16</inkml:trace>
  <inkml:trace contextRef="#ctx0" brushRef="#br0" timeOffset="104515.46">16594 12749 0,'0'0'0,"0"0"0,0 0 16,0 0-16,0-4 16,0 4-16,0 0 15,0 0-15,5-15 16,9 2-16,20-3 16,5 2-16,-1 5 15,-1 7 1,-5 3-16,0 5 15,-5 2-15,-4 1 16,-7 0-16,-16-9 16,20 17-16,-20-17 15,12 16-15,-11-4 16,-5 12-16,-11 14 16,-15 12-16,-10-2 15,-3-6-15,1-5 16,5-11-1,10-11-15,7-5 16,20-10-16,-22 9 16,22-9-16,0 0 15,0 0-15,0 0 16</inkml:trace>
  <inkml:trace contextRef="#ctx0" brushRef="#br0" timeOffset="105998.72">17129 13414 0,'0'0'0,"0"0"0,-4 3 16,4-3-16,0 0 15,-27 2-15,11-2 16,-3 0-1,-3 0-15,-4 0 16,-3 0-16,-2 6 16,-9 15-16,0 7 15,-3 10-15,7 1 16,9-6-16,6 1 16,6-4-16,8-3 15,1 0-15,5-1 16,6-3-16,6 1 15,10-2-15,9-1 16,7-6 0,7-6-16,6-7 15,2-8-15,2-11 16,-1-5-16,-4-4 16,-4-8-16,-8-1 15,-6-1-15,-7-1 16,-6 6-16,-6 2 15,-3-1-15,-6-1 16,-5 0 0,-7-2-16,-4 2 15,-5 4-15,0 2 16,-3 5-16,-3 2 16,-1 3-16,-3 4 15,-6 5-15,1 4 16,0 6-16,0 5 15,8 1 1,6-1-16,19-9 16,-19 12-16,19-12 15,-9 11-15,9-11 16,-4 13-16,5-1 16,7 5-16,6 2 15,7 0-15,5-2 16,4-3-16,5-2 15,0-3 1,-2-6-16,-1-1 16,-4 0-16,1-4 15,-1 0-15,1-1 16</inkml:trace>
  <inkml:trace contextRef="#ctx0" brushRef="#br0" timeOffset="109882.08">17727 12457 0,'0'0'0,"0"0"16,0 0-16,0 0 15,0 0-15,0 0 16,-2 4-16,2-4 15,-15 25-15,-4 10 16,-1 9-16,0 9 16,0 6-16,1 3 15,-1 4-15,-2 3 16,2-6-16,2-2 16,2-2-1,4-3-15,0-1 16,7-2-16,4-1 15,5-2-15,6-5 16,5-4-16,4-4 16,4-4-16,6-6 15,-3-8-15,-3-15 16</inkml:trace>
  <inkml:trace contextRef="#ctx0" brushRef="#br0" timeOffset="110614.95">17765 13144 0,'0'0'0,"0"0"0,-2-3 15,2 3-15,0 0 16,-6-11-16,6 11 15,2-25-15,4 6 16,8-5-16,5 1 16,3 3-16,1 1 15,2 5-15,1 6 16,-1 3-16,-3 3 16,-5 9-1,-2 5-15,-5 6 16,-4 15-16,-8 5 15,-8 10-15,-9 6 16,-2-5-16,-1-1 16,2-10-16,4-8 15,5-13-15,4-5 16,7-12-16,-7 13 16,7-13-1,0 0-15,0 0 16,11-31-16,7-13 15,8-6-15,-1 7 16,2 1-16,-1 3 16,-3 7-16,-5 6 15,-3 5-15,-6 5 16,0 6 0,-9 10-16,7-13 15,-7 13-15,0 0 16,0 0-16,0 0 15,0 0-15,-2 17 16,-5 7-16,-4 7 16,2 1-16,0 0 15,0-5-15,5-5 16,3-2-16,4-1 16,4-1-1,3-3-15,5-4 16,7-5-16,7-6 15,5-8-15,2-9 16,6-8-16,2-14 16,-13-17-16</inkml:trace>
  <inkml:trace contextRef="#ctx0" brushRef="#br0" timeOffset="110948.24">18328 12394 0,'0'0'0,"0"0"16,0 0-16,0 0 16,0 0-1,0 0-15,0 0 16,9 10-16,13 21 15,11 39-15,-1 32 16,-8 21-16,-7 6 16,-6-17-16,-4 20 15,-5-27-15,-11 5 16,-34 53 15,-5-37-31,-21 6 16,17-31-16,10-49 15,1-11-15,-2-22 16</inkml:trace>
  <inkml:trace contextRef="#ctx0" brushRef="#br0" timeOffset="115281.2">18199 13439 0,'0'0'0,"0"0"0,0 0 16,0 0-16,0 0 16,0 0-16,0 0 15,-2 3 1,-7 14-16,-7 19 16,-4 11-16,5-5 15,3-8-15,3-2 16,0-6-16,4-2 15,0-6-15,1-5 16,4-13 0,-2 16-16,2-16 0,5 15 15,-5-15 1,21 13-16,-2-11 16,3-11-16,5-8 15</inkml:trace>
  <inkml:trace contextRef="#ctx0" brushRef="#br0" timeOffset="115432.05">18339 13310 0,'0'0'0,"0"0"16,0 0-16,0 0 15,0 0-15,0 0 16,0 0-16,0 0 15,0 0-15</inkml:trace>
  <inkml:trace contextRef="#ctx0" brushRef="#br0" timeOffset="116398.88">14901 13823 0,'0'0'0,"0"0"16,0 0-16,-2 4 15,-4 13-15,-11 17 16,-4 14 0,4-3-16,3-7 15,4-3-15,-1 5 16,3-4-16,1-6 15,1-3-15,3-7 16,1-2-16,2-3 16,1-4-16,-1-11 15,15 15-15,1-13 16,11-11 0,6-9-16</inkml:trace>
  <inkml:trace contextRef="#ctx0" brushRef="#br0" timeOffset="116648.15">14785 13669 0,'0'0'0,"0"0"0,0-3 0,0 3 16,0 0-16,0 0 15,0 0 1,0 0-16,18 4 16,-3 1-16</inkml:trace>
  <inkml:trace contextRef="#ctx0" brushRef="#br0" timeOffset="116998.14">15187 14062 0,'0'0'0,"0"0"0,0 0 16,0 0-16,0 0 16,0 0-16,0 0 15,0 0 1,0 0-16,10-4 16,5-4-16,10-4 15,8 0-15,4 2 16,0 4-16,0 2 15,-7 2-15,-3-1 16,-7 1-16,-20 2 16,21-1-16,-21 1 15</inkml:trace>
  <inkml:trace contextRef="#ctx0" brushRef="#br0" timeOffset="117214.37">15238 14198 0,'0'0'0,"0"0"15,0 0-15,0 0 16,0 0-16,0 0 16,0 0-16,0 0 15,0 0-15,0 0 16,10-4 0,14-1-16,7-5 15,10-1-15,1-1 16,3-1-16,1 1 15,-2-3-15,-10-9 16</inkml:trace>
  <inkml:trace contextRef="#ctx0" brushRef="#br0" timeOffset="117432.1">15840 13793 0,'0'0'0,"0"0"0,0 0 16,0 0-16,0 0 16,0 0-16,0 0 15,0 2-15,-1 14 16,-1 26 0,-1 16-16,0-1 15,-1-8-15,1-6 16,3-3-16,0-4 15,0-6-15</inkml:trace>
  <inkml:trace contextRef="#ctx0" brushRef="#br0" timeOffset="118631.99">15278 12132 0,'0'0'0,"0"0"0,0 0 16,0 0-16,0 0 16,0 0-1,0 8-15,0 18 16,0 19-16,0 3 15,0-1-15,0-7 16,0-5-16,0-3 16,-2-8-16,2-4 15,-2-5-15,1-4 16,1-11 0,0 12-16,0-12 15,0 0-15,0 0 16,0 0-16,0 0 15,0 0-15,-9-43 16,10-13-16,3 0 16,-1 15-16,-1 13 15,0 11-15,-2 4 16,0 13-16,3-16 16,-3 16-16,0 0 15,1-12 1,-1 12-16,0 0 15,0 0-15,0 0 16,0 0-16,0 0 16,0 0-16,25 5 15,-5 7-15,3 2 16,5 5-16,3 5 16,2 7-16,-1 2 15,1-3 1,-4-2-16,2 2 15,0 2-15,0-3 16,-2-3-16,-3-7 16,-4-8-16,0-7 15,1-7-15,4-11 16,7-10-16,3-19 16,-2-9-1,-1-13-15,-5-6 16,-3 0-16,-7 4 15,-3 11-15,-5 13 16,-1 11-16,-6 12 16,-1 7-16,-3 13 15,3-9-15,-3 9 16</inkml:trace>
  <inkml:trace contextRef="#ctx0" brushRef="#br0" timeOffset="121181.29">19264 12373 0,'0'0'0,"0"0"16,0 0-16</inkml:trace>
  <inkml:trace contextRef="#ctx0" brushRef="#br0" timeOffset="121498.94">19434 12581 0,'0'0'0,"0"0"0,0 0 16,0 0-16,0 0 15,1 2-15,-1-2 16,11 14-16,6 8 16,5 8-16,9 8 15,11 5-15,13 4 16,10 3-16,8-3 15,-5-3-15,5-1 16,-2-6 0,-1-9-16,-3-13 15,-16-19-15</inkml:trace>
  <inkml:trace contextRef="#ctx0" brushRef="#br0" timeOffset="121865.27">19246 12797 0,'0'0'0,"0"0"15,0 0-15,0 0 16,0 0-16,2 4 15,11 7-15,12 16 16,22 15 0,8-3-16,9-3 15,0-6-15,-5-10 16</inkml:trace>
  <inkml:trace contextRef="#ctx0" brushRef="#br0" timeOffset="122081.42">19757 12797 0,'0'0'0,"0"0"0,0 0 15,0 0-15,0 0 16,2 4-16,-2-4 16</inkml:trace>
  <inkml:trace contextRef="#ctx0" brushRef="#br0" timeOffset="124181.78">16079 11759 0,'-7'-1'0,"-9"-14"16,-11-3-16,-31-17 15,-7 2-15,0 9 16,-6 6-16,-13 9 16,-13 11-16,-18 13 15,-10 15 1,-7 13-16,2 3 16,-6 15-16,-1 15 15,10 10-15,13 0 16,10-1-16,12-4 15,12-6-15,13-7 16,17-12-16,7 0 16,10 6-16,7 5 15,6 12-15,8 7 16,6 10 0,9 5-16,8 11 15,9 0-15,6 7 16,8-6-16,3-4 15,3-10-15,1-8 16,6-5-16,1-7 16,1-10-16,5-7 15,0-6 1,5-4-16,2-4 16,2-1-16,2-6 15,3 2-15,5-7 16,-4-2-16,30 4 31,4 1-31,-9-11 16,-8-12-16,-23-11 15,2-9 1,7-9-16,-4-2 16,2-15-16,-3-1 15,5-8-15,3-8 16,-2-11-16,6-17 15,-3-3-15,-4-7 16,-9 6-16,0-15 16,3-14-16,-1-16 15,-5-3 1,-11 9-16,-8 7 16,-4-8-16,-3-2 15,-3-3-15,-7 4 16,-10 8-16,-13 0 15,-5 4-15,-8 10 16,-11 5-16,-3 9 16,-13 2-16,-7 2 15,-2 7-15,-12 0 16,-9 6 0,-4 6-16,-6 7 15,3 7-15,-7 3 16,7 6-16,5 9 15,10 5-15,3 4 16,7 6-16,10 3 16,11 6-16,14 1 15,16 4 1,-16-1-16,16 1 16,0 0-16,0 0 15,-11 12-15,4 12 16</inkml:trace>
  <inkml:trace contextRef="#ctx0" brushRef="#br0" timeOffset="132014.96">11956 13065 0,'0'0'0,"0"0"0,-4-5 0,4 5 16,-24-19-16,0 6 15,-2 2-15,-2 8 16,-9 14-16,-4 17 15,-7 22 1,0 19-16,12 2 16,5 2-16,9-11 15,10-12-15,3-11 16,6-11-16,3-9 16,3-5-16,-3-14 15,20 8-15,14-30 16,19-35-16,5-14 15,-5-12-15,-9 4 16,-6 1 0,-7 8-16,-9 19 15,-6 12-15,-8 19 16,-8 20-16,0 0 16,0 0-16,17 25 15,-8 39-15,-5 17 16,-2 2-16,-2-8 15,0-15-15,0-17 16,2-11-16,6-7 16,0-10-1,-8-15 1,35-29 0,-6-56-16,-3-12 15,-10 20-15,-3-8 16,-4 18-16,-2 17 15,-2 19-15,-2 14 16,-3 17 0,2-16-16,-2 16 15,0 0-15,0 0 16,0 0-16,25 22 16,-2 21-16,-3 18 15,-5 7-15,-2 4 16,-9-3-16,-3-11 15,-4-7-15,-5-6 16,-3-12-16,0-5 16,-2-12-1,2-6-15,11-10 16,-20 4-16,13-19 16,2-25-16,7-34 15,9-14-15,10 2 16,1 12-16,1 12 15,0 10-15,-3 15 16,-4 9-16,-2 10 16,-2 6-1,4 6-15,2 1 16,1 5-16,3 7 16,3 5-16,2 4 15,-2 3-15,-1-2 16,-4-2-16,-6-4 15,-14-11-15,16 13 16,-16-13 0,0 0-16,0 0 15,0 0-15,25 2 16,-25-2-16,18-15 16,-18 15-16,9-13 15,-9 13-15,0 0 16,0 0-16,0 0 15,0 0-15,-11 28 16,-3 10-16,2-5 16,7-11-1,3-3-15,2-5 16,2-4-16,-2-10 16,11 15-16,-11-15 15,15 13-15,-15-13 16,24 15-16,-8 0 15,2 20-15,-1 19 16,-6 2-16,-4-2 16,-7-9-1,-2-4-15,-3-5 16,-4-6-16,2-10 16,-1-5-16,8-15 15,-19 15-15,19-15 16,-19 5-16,19-5 15,-20-24-15,15-19 16,10-35-16,18-28 16,6-2-1,6 11-15,0 16 16,-7 22-16,-5 16 16,-1 17-16,-1 12 15,4 9-15,2 12 16,3 10-16,0 4 15,-3 9-15,-4-2 16,-5-1-16,-5-8 16,-6-4-16,-7-15 15,11 16 1,-11-16-16,0 0 16,24 4-16,-24-4 15,30-16-15,-30 16 16,18-12-16,-18 12 15,0 0-15,0 0 16,0 0-16,20 0 16,-20 0-16,17 17 15,-17-17 1,29 14-16,0-17 16,4-4-16,-5-2 15,-6 1-15,-7 1 16,-15 7-16,18-8 15,-18 8-15,17 3 16,-3 7-16,2 6 16,2 1-16,-1 0 15,-1-1 1,-2-1-16,1-5 16,3-4-16,3-9 15,-1-6-15,-4-3 16,-3-6-16,-5 1 15,-4 2-15,-2 2 16,-2 13-16,-4-12 16,4 12-16,0 0 15,-27-1 1,27 1-16,-19 7 16,19-7-16,0 0 15,0 0-15,0 0 16,-9 9-16,9-9 15,0 0-15,0 0 16,14 12-16,-2-2 16,5 5-16,1 0 15,-1 1-15,0-5 16,3-3 0,5-5-16,0-5 15,2-4-15,-5-5 16,-5-3-16,-1-1 15,-6 5-15,-10 10 16,12-16-16,-12 16 16,0 0-16,0 0 15,0 0-15,17-6 16,-17 6 0,26 17-16,-8-5 15,-1-2-15,2 2 16,-4-3-16,-15-9 15,23 14-15,-23-14 16,18-3-16,-18 3 16,23-25-16,-12 2 15,-4-7 1,-3-2-16,-4 2 16,0 7-16,0 11 15,0 12-15,-3-14 16,3 14-16,0 0 15,-29 35-15,-8 22 16,4 3-16,4-5 16,6-8-16,3-8 15,2-5-15,-1-3 16,-6-7 0</inkml:trace>
  <inkml:trace contextRef="#ctx0" brushRef="#br0" timeOffset="132181.32">13086 13417 0,'0'0'0,"0"0"0,0 0 16,20-10-16,33-14 16,43-23-1,21-11-15,9-7 16,10-2-16,-5-8 15</inkml:trace>
  <inkml:trace contextRef="#ctx0" brushRef="#br0" timeOffset="136915.88">8694 13212 0,'0'0'0,"0"0"15,0 0 1,0 0-16,1-2 16,-1 2-16,0 0 15,30-10-15,10-1 16,15 1-16,11 3 16,8 4-16,8 2 15,2 0 1,4-1-16,-2 2 0,1-2 15,5 1 1,-7 0-16,-3-1 16,-3 1-16,-2-2 15,2-1-15,-4-1 16,-3 0-16,-8 0 16,0 0-16,-2-1 15,-7 3-15,-7-1 16,-12 2-16,-7-1 15,-9 1-15,-20 2 16,23-2 0,-23 2-16,0 0 15,0 0-15,16-6 16,-16 6-16,0 0 16,2-12-16,-2 12 15,-19-27-15,-12-1 16,-10-4-16,2 6 15,6 4-15,2 4 16,3 1 0,2 1-16,-1 0 15,4 3-15,5 1 16,2 4-16,16 8 16,-21-12-16,21 12 15,0 0-15,0 0 16,-16-8-16,16 8 15,0 0-15,0 0 16,0 0 0,0 0-16,0 0 15,24 24-15,5 2 16,5 2-16,0-4 16,-4-1-16,1-3 15,-6-2-15,-2-3 16,-7-3-16,-16-12 15,21 15 1,-21-15-16,9 12 16,-9-12-16,3 9 15,-3-9-15,-12 26 16,-24 32-16,-26 22 16,-1-7-16,16-23 15,7-12-15</inkml:trace>
  <inkml:trace contextRef="#ctx0" brushRef="#br0" timeOffset="140331.98">21023 12474 0,'0'0'0,"0"0"15,0 0-15,0 0 16,0-3-16,0 3 15,0 0-15,34-15 16,12 2-16,18 1 16,6 1-16,4 2 15,1 1-15,1 2 16,-8 2 0,-10 0-16,-10 1 15,-3 1-15,-10 1 16,-7-1-16,-7 2 15,-21 0-15,22 3 16,-22-3-16,0 0 16,0 0-16,0 0 15,-5 12-15,-48 3 16,-94-9 15,5 5-31,-3-4 16,28 12-16,42-4 15,14-1-15,18-4 16,14-4-16,10-1 16,19-5-16,-24 6 15,24-6-15,0 0 16,0 0 0,0 0-16,0 0 15,-7 12-15,22-5 16,14 7-16,9 5 15,9 1-15,7 4 16,2 1-16,-6-3 16,-4-7-16,-2-6 15,-7-1-15,-10-2 16,-4-1-16,-23-5 16,23 6-1,-23-6-15,0 0 16,0 0-16,0 0 15,11 13-15,-17-3 16,-6 6-16,-18 13 16,-12 7-16,0-6 15,-2-3-15,-4-2 16,-1 1 0,-3-1-16,7-2 15,7-3-15,4 1 16,4 0-16,1 2 15,2 2-15,3-1 16,4-1-16,5-4 16,3-4-16,4-3 15,3 1-15,1-2 16,3 0 0,4-1-16,4 3 15,11 0-15,17 2 16,22-3-16,12-5 15,4-6-15,2-6 16,-1-3-16,-2 1 16,-7 1-16,-7 0 15,-8 3-15,-6-1 16,-3 1 0,-8 1-16,-9 1 15,-24 1-15,22-2 16,-22 2-16,0 0 15,0 0-15</inkml:trace>
  <inkml:trace contextRef="#ctx0" brushRef="#br0" timeOffset="141048.63">22399 12341 0,'0'0'0,"0"3"16,0-3-16,0 0 16,-12 14-16,-6 12 15,-7 19-15,0 12 16,4-7 0,-3 2-16,4-4 15,-1-4-15,7-9 16,2-4-16,3-3 15,4-3-15,-2-1 16,2-7-16,3-1 16,-2-1-16,0 0 15,1 2-15,-1 0 16,1 2-16,1 1 16,2-1-1,2-2-15,3 1 16,2-2-16,0-4 15,2 0-15,11 1 16,-3-3-16,25 2 31,16-1-31,-4-7 16,0-1 0,-26-3-16,-5-1 15,-6-1-15,2-5 16,-7-6-16</inkml:trace>
  <inkml:trace contextRef="#ctx0" brushRef="#br0" timeOffset="142064.51">22774 12716 0,'0'0'0,"0"0"0,0 0 16,0 0-16,-3 4 15,3-4-15,-23 15 16,6-4-16,0-1 16,3 3-1,3 4-15,3 3 16,3-1-16,5-1 15,5-2-15,6-1 16,6 0-16,7-1 16,4-6-16,6-2 15,1-8-15,-1-8 16,-2-2-16,-4-5 16,-5 0-16,-7 1 15,-3-1 1,-4-3-16,-6-2 15,-4-4-15,-4 3 16,-8 1-16,-5 5 16,-6 1-16,-2 4 15,-1 5-15,4 5 16,7 2-16,16 0 16,-19 4-16,19-4 15,0 0 1,-7 20-16,18-7 15,19 4-15,19-1 16,15-11-16,-2-6 16,0-8-16,-6-7 15,-9-1-15,-7-4 16,-3 1-16,-10 1 16,-7 3-16,-7 4 15,-13 12-15,15-12 16,-15 12-1,0 0-15,0 0 16,0 0-16,0 0 16,0 0-16,-3 20 15,-13 23-15,-15 57 32,1 20-32,4-7 15,2-6-15,9-36 16,-8-3-1,-14 0-15,2-10 16,0-10-16,-1-6 16,5-11-16,4-11 15,7-6-15,3-7 16,17-7-16,-27-7 16,14-16-16,7-25 15,12-29 1,17-7-16,6 4 15,8 2-15,5 10 16,-1 7-16,2 3 16,-7 13-16,-4 6 15,-7 9-15,-8 10 16,-5 5 0,-12 15-16,12-15 0,-12 15 15,0 0 1,11-15-16,-11 15 15,13-15-15,-1 2 16</inkml:trace>
  <inkml:trace contextRef="#ctx0" brushRef="#br0" timeOffset="142797.85">23711 12515 0,'0'0'0,"0"0"0,0 0 16,0 0-16,-4 9 16,-4 12-16,-4 18 15,-1 16-15,1 8 16,3-7-16,1-6 16,0-3-16,3-8 15,0-2 1,1-7-16,2-10 31,1-6-31,1-14 16,-1 13-16,1-13 15,0 0-15,0 0 16,-5-26-16,-1-10 16,1-7-16,5-17 15,5-4-15,3 4 16,2 2-1,0 10-15,4 0 16,4-3-16,5 1 16,0 5-16,2 5 15,-3 8-15,-2 8 16,-2 5-16,0 6 16,0 3-16,-2 4 15,1 4-15,-17 2 16,28 10-1,-16 0-15,-2 6 16,-5 2-16,-5 7 16,-7 3-16,-9 5 15,-6 0-15,-9 1 16,-4-6-16,0-4 16,3-3-16,6-6 15,5-2-15,21-13 16,-24 10-1</inkml:trace>
  <inkml:trace contextRef="#ctx0" brushRef="#br0" timeOffset="143449.74">24076 12616 0,'0'0'0,"0"0"0,0 3 15,0-3-15,0 0 16,-5 20-16,-1 6 15,-3 11 1,-2 0-16,-1 1 16,1-3-16,0 0 15,0-1-15,3-4 16,3-3-16,4-2 16,2-5-16,3-2 15,0-4-15,0-3 16,-4-11-1,20 15-15,1-12 16,8-8-16,4-10 16,4-9-16,-2-5 15,-4-5-15,-4 2 16,-9 1-16,-3 6 16,-7 3-16,-4 5 15,-7 2-15,-5 1 16,-8-1-1,-6 3-15,-8 3 16,-4 6-16,1 4 16,3 6-16,7-1 15,6 1-15,17-7 16,-21 11-16,21-11 16,-9 11-16,9-11 15,11 23-15,11-6 16,12-2-16,4-2 15,1-6 1,-6-5-16,2-11 16</inkml:trace>
  <inkml:trace contextRef="#ctx0" brushRef="#br0" timeOffset="143749.31">24485 12385 0,'0'0'0,"-2"4"16,2-4-16,-10 36 15,-3 10-15,-5 15 16,0 0-16,2-1 15,2-5 1,8-7-16,10-3 16,6-3-16,3-9 15,8-8-15,14-11 32</inkml:trace>
  <inkml:trace contextRef="#ctx0" brushRef="#br0" timeOffset="144547.78">24573 12592 0,'0'0'0,"0"0"15,0 0-15,0 0 16,0 0-16,0 0 16,0 0-16,12 1 15,5 0-15,3 4 16,-2 1-16,-18-6 15,29 17-15,-20-7 16,-2 6 0,-5 1-16,-4 5 15,-5-3-15,3-5 16,-3-2-16,7-12 16,-9 16-16,9-16 15,0 0-15,0 0 16,0 0-16,13-18 15,15-16 1,5-1-16,-8 8 16,-7 12-16,-5 5 15,-13 10-15,14-12 16,-14 12-16,0 0 16,0 0-16,0 0 15,10 22-15,-13 7 16,-8 3-16,0-3 15,-3 1 1,1-4-16,3-5 16,3-6-16,3-2 15,0-1-15,4-12 16,4 14-16,-4-14 16,0 0-16,29-1 15,-9-10-15,0-23 31,12-12-31,-8-10 16,-10-6 0,-6 19-16,-8 4 15,2 10-15,1 12 16,-1 5-16,3 2 16,-5 10-16,7-17 15,-7 17-15,0 0 16,14-11-16,-14 11 15,26 13-15,-2 6 16,1 21 0,-25 35-16,-9-4 15,-9 8-15,-14 5 16,-8 3-16,-9 1 16,-26 17-1,-9-10 1,-11-34-16</inkml:trace>
  <inkml:trace contextRef="#ctx0" brushRef="#br0" timeOffset="155881.48">16795 13679 0,'0'0'0,"0"0"0,0 0 15,0 2-15,0-2 16,0 0-16,0 0 16,0 0-16,0 0 15,0 0-15,0 0 16,0 0-16,0 0 16,0 0-1,0 0-15,19-1 16,2 0-16,9-3 15,4-2-15,-2-1 16,-2 1-16,-2 0 16,-4-2-16,0 2 15,-1 0-15,-4 0 16,-1 0-16,-18 6 16,26-7-1,-26 7-15,0 0 16,16-4-16,-16 4 15,0 0-15,0 0 16,0 0-16,0 0 16,0 0-16,0 0 15,0 0-15,0 0 16,0 0-16</inkml:trace>
  <inkml:trace contextRef="#ctx0" brushRef="#br0" timeOffset="180714.26">10852 10009 0,'0'0'0,"0"0"0,0 0 0,0 0 16,0 0-16,-1-2 15,1 2-15,0 0 16,-18 0-16,-15 6 16,-18 13-16,-5 10 15,-2 7-15,1 9 16,0 10-16,8 0 16,8-8-16,10-5 15,11-10 1,6-5-16,4-5 15,6-5-15,4-2 16,3-1-16,8 1 16,7-2-16,9-2 15,11-5-15,3-4 16,5-6-16,-4-1 16,-8-1-16,-4 2 15,-8 0-15,-3 1 16,-4 0-1,-15 3-15,24 5 16,-12 6-16,-1 10 16,-3 10-16,-7 11 15,-6 9-15,-4-4 16,-4 0-16,-6 0 16,0-5-16,1-3 15,-1-3-15,2-5 16,3-2-16,1-7 15,3-3 1,5-6-16</inkml:trace>
  <inkml:trace contextRef="#ctx0" brushRef="#br0" timeOffset="181534.6">11166 10414 0,'0'0'0,"0"0"15,0 0-15,-2 3 16,2-3-1,-9 24-15,-1 1 16,-2 5-16,3 0 16,-1-5-16,3-3 15,0-6-15,7-16 16,-5 15-16,5-15 16,0 0-16,0 0 15,0 0-15,0 0 16,0 0-1,0 0-15,-1-18 16,7-31-16,22-26 16,3 6-16,-1 15 15,-3 10-15,-1 6 16,1 3-16,1 7 16,-2 5-16,-7 8 15,-3 6-15,-16 9 16,26-7-16,-26 7 15,27 9 1,-14 3-16,0 6 16,0 6-16,-1-1 15,-3 5-15,-2-1 16,0-2-16,-1-6 16,-4-3-16,1-6 15,-3-10-15,13 11 16,8-15-1,15-19-15,20-23 16,0-13-16,-5 4 16,-12 6-16,-7 8 15,-6 4-15,-9 12 16,-3 6-16,-5 7 16,-9 12-16,0 0 15,0 0-15,0 0 16,0 0-16,20 19 15,-16 6-15,-4 8 16,-4 8 0,-8 2-16,-2 5 15,-3 1-15,2-2 16,0-3-16,2-4 16,2-7-16,1-3 15</inkml:trace>
  <inkml:trace contextRef="#ctx0" brushRef="#br0" timeOffset="182097.84">12233 10052 0,'0'0'0,"0"0"16,0 0-16,0 0 15,0 0 1,-2 8-16,-2 20 16,-6 31-16,-1 12 15,-2 0-15,4-9 16,1-15-16,3-11 16,0-14-16,1-8 15,4-14-15,-3 14 16,3-14-16,0 0 15,0-31 1,13-45-16,10-11 16,0 13-16,0 17 15,-6 16-15,-6 13 16,-3 11-16,-8 17 16,9-13-16,-9 13 15,0 0-15,24 31 16,-2 14-16,3 10 15,0-3-15,-4-2 16,10-11 0,14-15-16,11-18 15,11-21-15,0-7 16,-2-8-16,-6-4 16,-9 1-16,-5 2 15,-8 6-15,-7 5 16,-2 6-16,3 9 15,7 10-15,12 9 16,17 8 0,21 4-16,18-2 15</inkml:trace>
  <inkml:trace contextRef="#ctx0" brushRef="#br0" timeOffset="184997.24">7173 10371 0,'0'0'0,"0"0"16,0 0-16,-1 2 16,1-2-16,-2 23 15,-2 8-15,2 10 16,0 4-16,-1 2 15,1-4-15,0-3 16,-2-7-16,1-10 16,0-7-16,-1-5 15,4-11 1,-7 14-16,7-14 16,-18 0-16,18 0 15,-29-14-15,16 2 16,0-2-16,1-4 15,0-5-15,1-6 16,6-7-16,2 2 16,6-2-16,2 6 15,1 6-15,1 5 16,0 2 0,2 3-16,-1 2 15,2 1-15,-10 11 16,17-13-16,-17 13 15,27-3-15,-8 8 16,6 5-16,4 5 16,3 8-16,-2 2 15,1 5-15,1 1 16,-1 1 0,-1-2-16,-4-3 15,-5-5-15,-2-5 16,0-6-16,1-6 15,1-7-15,4-7 16,6-14-16,2-11 16,0-8-16,-7-3 15,-1-2 1,-4-4-16,-3 0 16,-4 3-16,-3 8 15,-5 13-15,-2 8 16,-1 8-16,-3 11 15,2-10-15,-2 10 16,0 0-16,0 0 16,0 0-16,0 0 15</inkml:trace>
  <inkml:trace contextRef="#ctx0" brushRef="#br0" timeOffset="185931.14">8235 10006 0,'0'0'0,"0"0"15,0 0-15,2 7 16,3 4-16,2 7 15,1 4-15,1 2 16,1 6-16,-2 3 16,-1 3-16,-1-1 15,-2-1-15,-2-6 16,-1-8 0,-1-5-16,0-5 15,0-10-15,0 10 16,0-10-16,0 0 15,0 0-15,0 0 16,0 0-16,0 0 16,-14-22-16,4-4 15,3-6-15,0-3 16,2 3-16,2 2 16,2 6-1,1 4-15,0 5 16,0 3-16,0 12 15,2-16-15,-2 16 16,0 0-16,4-10 16,-4 10-16,13-9 15,7-1-15,9 0 16,2 0-16,0 4 16,-3 2-1,-2 4-15,-5 3 16,-3 3-16,-1 3 15,-3 2-15,-6 4 16,-6 10-16,-5 9 16,-12 11-16,-5 2 15,-3-5-15,4-11 16,3-11 0,5-7-16,11-13 15,-12 13-15,12-13 16,0 0-16,0 0 15,0 0-15,0 0 16,0 0-16,0 0 16,0 0-16,50 9 15,-4-9-15,0 0 16,-1 4-16,-6-1 16,-2 3-1,-8 4-15,-5 1 16,-7-1-16,-17-10 15,22 17-15,-22-17 16,8 12-16,-8-12 16,-23 27-16,-8 0 15,-17 0-15,-10-3 16,0-7-16,0-5 16,4-10-1,1-4-15,3-8 16,-2-26-16</inkml:trace>
  <inkml:trace contextRef="#ctx0" brushRef="#br0" timeOffset="189747.83">13937 10405 0,'0'0'0,"0"0"15,0 0-15,0 0 16,0 0-16,0 0 16,0 0-16,-3 4 15,-4 12-15,-9 25 16,-9 20-16,1 1 15,-1-2-15,1-2 16,1 0 0,-2-2-16,2 0 15,3-9-15</inkml:trace>
  <inkml:trace contextRef="#ctx0" brushRef="#br0" timeOffset="191431.3">14516 10168 0,'0'0'0,"0"0"0,0 0 0,0 0 16,0 0-16,-1 10 16,-2 17-16,-4 22 15,2 4-15,-2 2 16,2-1-16,0 0 15,-1 0-15,1-1 16,3-9-16,1-8 16,-1-10-1,0-9-15,2-6 16,0-11-16,0 0 16,0 0-16,-6-19 31,-12-57-31,9-25 15,13 10-15,8 27 16,3-3-16,5-12 16,7-5-16,21 6 15,0 28 1,-9 20-16,-15 12 16,-8 7-16,-16 11 15,21-8-15,-21 8 16,30 8-16,-9 7 15,0 4-15,2 6 16,-4 3-16,1 5 16,-3 1-1,-2 8-15,0 4 16,-3 5-16,-2 2 16,-2-4-16,-2-3 15,-2-3-15,0-3 16,-1-7-16,1-6 15,-4-8-15,1-7 16,-1-12-16,-1 11 16,1-11-16,-39 8 31,-15-5-15,-9-6-16,5-2 15,23 1-15,12 1 16,23 3-16,-25-3 15,25 3-15,0 0 16,-15-2-16,15 2 16,0 0-16,0 0 15,15-17 1,36-10-16,22-2 16,4 5-16,-4 3 15,-3 4-15,-7 1 16,0 0-16,0 0 15</inkml:trace>
  <inkml:trace contextRef="#ctx0" brushRef="#br0" timeOffset="195230.93">16058 10623 0,'0'0'0,"0"0"15,0 0-15,0 0 16,0 0-16,0 0 16,0 3-16,0-3 15</inkml:trace>
  <inkml:trace contextRef="#ctx0" brushRef="#br0" timeOffset="195580.49">15651 10586 0,'0'0'0,"0"0"0,0 0 16,0 3-16,0-3 15,0 0-15,0 0 16,0 0-1,0 0-15,0 10 16,0-10-16,-7 13 16,-5 12-16,-15 17 15,-14 11-15,-1-1 16,-1-1-16,0 3 16,0-4-16,5-3 15,4-6-15,5-4 16,6-2-1,2-3-15</inkml:trace>
  <inkml:trace contextRef="#ctx0" brushRef="#br0" timeOffset="196166.5">16022 10480 0,'0'0'0,"0"0"15,0 0-15,0 0 16,-2 9-16,-1 9 16,-1 18-16,5 5 15,5 6-15,4-2 16,1-5-16,-1-3 16,1-4-16,-2-3 15,0-5-15,0-4 16,-3-6-1,1-3-15,-7-12 16,8 12-16,-8-12 16,0 0-16,0 0 15,0 0-15,0 0 16,25-15-16,2-28 16,10-22-16,-4-6 15,3 0-15,2-9 16,6-9-1,-3 5-15,-2 13 16,-7 22-16,-5 15 16,-9 14-16,-5 8 15,-13 12-15,19-9 16,-19 9-16,23 16 16,-14 6-16,-3 15 15,-6 12-15</inkml:trace>
  <inkml:trace contextRef="#ctx0" brushRef="#br0" timeOffset="196780.27">16756 10459 0,'0'0'0,"0"0"16,0 0-16,2 7 16,2 5-16,3 12 15,0 17-15,-5 6 16,-2 2-16,-5-3 16,-6-1-16,0-1 15,-5-1-15,1-5 16,3-10-16,1-8 15,3-9 1,8-11-16,-6 10 16,6-10-16,0 0 15,0 0-15,0 0 16,-17-24-16,14-10 16,5-7-16,5-6 15,7-5-15,8 0 16,4-2-1,5 5-15,-5 14 16,-6 10-16,-6 10 16,-14 15-16,19-16 15,-19 16-15,21-8 16,-6 10-16,1 2 16,-1 4-16,-1 6 15,-1 3-15,-1 6 16,-2 1-16,0 3 15,-1 3-15,0 2 16,-2 0 0,-1-1-16,-2-1 15,-1-3-15,2-2 16,-3-4-16,0-6 16,0 2-16</inkml:trace>
  <inkml:trace contextRef="#ctx0" brushRef="#br0" timeOffset="196982.33">16724 10791 0,'0'0'0,"0"0"0,0 0 16,0 0-16,0 0 15,13-3 1,15-7-16,21-3 16,9-3-16,-3 3 15,-6 0-15,-9 3 16</inkml:trace>
  <inkml:trace contextRef="#ctx0" brushRef="#br0" timeOffset="197632.24">17844 10519 0,'0'0'0,"0"0"16,0 0-16,0 0 15,0 0-15,0 0 16,0 0 0,0 0-16,-10-4 15,-11-2-15,-21-3 16,-6 7-16,-3 2 16,-10 2-16,-2 4 15,2 3-15,6 4 16,16 2-16,8-2 15,6-1-15,9-1 16,2 0 0,4 1-16,3 0 15,5 4-15,6 2 16,10 4-16,13 2 16,13-4-16,15-2 15,6-5-15,-5-5 16,-11-3-16,-12-2 15,-9-1 1,-7 0-16,-17-2 16,18 4-16,-18-4 15,0 26-15,-11 6 16,-13 9-16,0-4 16,2-9-16,7-9 15,4-6-15,11-13 16,-12 14-16,12-14 15,12 12-15,24-5 16,32-2-16,14-14 16,-1-3-1,4-5-15,-6-5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7T12:09:57.584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context xml:id="ctx1">
      <inkml:inkSource xml:id="inkSrc11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65217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1" timeString="2026-02-07T12:10:29.507"/>
    </inkml:context>
  </inkml:definitions>
  <inkml:trace contextRef="#ctx0" brushRef="#br0">1590 2074 0,'0'0'0,"0"-3"0,0 3 15,0 0-15,0 0 16,0 0-16,0 0 16,0 0-16,0 0 15,0 0-15,28 23 16,16 6-16,20 0 15,8-5-15,16-5 16,7-4-16,4-8 16,13 1-1,0-6-15,10 2 16,5 0-16,2-3 16,11-2-16,0-1 15,4-4-15,-1 0 16,-4 0-16,-5-1 15,-18-2-15,3 2 16,-15-1-16,-4 1 16,-3 1-1,-8 0-15,-7 2 16,-10 0-16,-9 0 16,0 1-16,-6 3 15,-8 2-15,-10 0 16,-12 1-16,-9-1 15,-18-2-15,22 4 16,-22-4-16,0 0 16,0 0-1,17 6-15,-17-6 16,0 0-16</inkml:trace>
  <inkml:trace contextRef="#ctx0" brushRef="#br0" timeOffset="16116.07">17648 7516 0,'0'0'0,"0"0"0,0 0 16,5 0-16,-5 0 15,30 3-15,0 0 16,6-1-16,7 2 15,5-3-15,7-1 16,3-5 0,1-6-16,-6-2 15,-2-4-15,1-8 16,-1-6-16,2-3 16,-7-5-16,-5 5 15,-5 1-15,-6 1 16,-1 2-16,-2-1 15,0-4-15,0-1 16,-4-5 0,-1 0-16,-4-2 15,0 1-15,-2-4 16,-3 0-16,-2 1 16,-3-2-16,-2-1 15,-3 2-15,-1-4 16,1 2-16,-2 3 15,-1-2-15,0 1 16,0-4-16,0-3 16,0-1-1,3 1-15,1 2 16,2-1-16,1-3 16,2-3-16,0 3 15,1 5-15,3 3 16,3-7-16,4 4 15,1-1-15,2 2 16,1 4-16,1 3 16,4 0-1,-1 5-15,2 0 16,0 1-16,4-3 16,4 2-16,3-2 15,1 3-15,6-1 16,3 5-16,4 3 15,7 0-15,-4 3 16,2 2 0,1 0-16,0 1 0,3 4 15,-4 4 1,1 6-16,-5 4 16,-3 2-16,-2 3 15,0 3-15,1 4 16,-2 5-16,-6 4 15,-4 1-15,1 1 16,1 3-16,-3-2 16,0 3-1,-4 0-15,-1 2 16,0 5-16,-2 3 16,-3 3-16,-3 3 15,-2 1-15,-5 0 16,0-1-16,-2-2 15,0 3-15,-2 3 16,-2 6-16,1 4 16,-4 2-16,-2-3 15,-1 3 1,-3-2-16,1 6 16,2 1-16,-1-4 15,-1-5-15,-1 0 16,1 3-16,0 2 15,1 2-15,4-5 16,-2-3-16,3-1 16,0 4-1,-1 1-15,1 1 16,0-2-16,-2-6 16,0-3-16,3-5 15,0 1-15,5 3 16,3-2-16,3 5 15,1-4-15,-2-7 16,4 3-16,1-3 16,1-4-16,-1-4 15,-5-6 1,1-2-16,-1 3 16,6 3-16,1 0 15,2 1-15,-3-5 16,-2-1-16,4 1 15,1 1-15,1-4 16,-3-2-16,-5-6 16,5 1-16,7-3 15,6-2 1,3-3-16,0 0 16,-6-2-16,-3 0 15,-6-2-15,1 0 16,4-5-16,4-4 15,5-3-15,-2 0 16,0-1-16,1-2 16,-4-4-16,-9-1 15,-5 5-15</inkml:trace>
  <inkml:trace contextRef="#ctx0" brushRef="#br0" timeOffset="17216.73">16892 8289 0,'0'0'0,"4"2"0,-4-2 16,19 2-16,12 3 15,18-1-15,16 2 16,8-1-16,5-4 16,4-2-16,5-2 15,1 0-15,3 1 16,4-1 0,1 0-16,8 2 15,-4-3-15,7 1 16,4 1-16,1 0 15,9-1-15,-2 1 16,0-1-16,-1 0 16,0 1-16,3-1 15,-2 1 1,-6-1-16,-1 0 16,-2 1-16,-3 0 15,5-1-15,-1 0 16,-2 1-16,6-1 15,-12-1-15,6 1 16,-1 1-16,-6-1 16,7 1-16,-4-1 15,-5 1 1,3-2-16,-1-1 16,4-2-16,0-1 15,-6 1-15,7 1 16,-8 0-16,1-1 15,-3 1-15,-7 1 16,3 0-16,-3 1 16,-3 1-16,-2 0 15,-3 1-15,2 0 16,-2-1-16,2 0 16,-5 0-1,-4 1-15,-2 0 16,-2 2-16,-6 0 15,-6-2-15,-3 1 16,-6 0-16,-4-1 16,-4 1-16,-2-1 15,-6 1-15,0 0 16,-4 1-16,-3-2 16,-3 0-1,-2 2-15,-5-2 16,-17 2-16,21-3 15,-21 3-15,0 0 16,0 0-16,17 1 16,-17-1-16</inkml:trace>
  <inkml:trace contextRef="#ctx0" brushRef="#br0" timeOffset="18899.68">23492 8557 0,'0'0'0,"0"0"0,0 0 16,0 0-16,-2-3 15,2 3-15,0 0 16,0 0-16,0 0 16,0 0-16,0 0 15,-22-9 1,3 7-16,-11-2 15,-1 0-15,0 4 16,4 5-16,2 0 16,5 2-16,20-7 15,-23 9-15,23-9 16,0 0-16,-16 17 16,15-4-16,6 7 15,9 9 1,11 5-16,9 2 15,2-3-15,1-4 16,3-2-16,-2-2 16,-1-2-16,-5-3 15,-4-3-15,-9 0 16,-4 0-16,-6-3 16,-4-3-1,-5 3-15,-7 5 16,-12 6-16,-10 5 15,-11-2-15,-8-3 16,1-5-16,-1-6 16,10-7-16,7-3 15,8-2-15,8-2 16,15 0-16,0 0 16,-16-3-16</inkml:trace>
  <inkml:trace contextRef="#ctx0" brushRef="#br0" timeOffset="19249.99">23970 8818 0,'0'0'0,"0"0"0,0 0 16,0 0-16,-8 3 16,-8 4-16,-9 1 15,-1 6-15,2 6 16,2 2-16,6-3 16,2 1-16,4-3 15,4-1-15,2 1 16,3 1-1,5 1-15,5 4 16,8-1-16,9-2 16,7-4-16,10-7 15,7-6-15</inkml:trace>
  <inkml:trace contextRef="#ctx0" brushRef="#br0" timeOffset="20000.18">24171 8796 0,'0'0'0,"0"0"0,0 0 0,0 0 0,0 0 16,0 0-16,0 0 15,-5 2 1,5-2-16,-24 30 15,4 15-15,8 4 16,7 1-16,9-6 16,6-5-16,0-11 15,4-5-15,4-4 16,3-7-16,2-3 16,7-7-16,2-10 15,-2-5-15,-4-8 16,-9-2-1,-5-1-15,-5-7 16,-4 0-16,-8-6 16,-8 0-16,-7 2 15,-4 5-15,-1 6 16,2 4-16,-1 5 16,5 3-16,19 12 15,-21-13-15,21 13 16,0 0-1,0 0-15,4-15 16,23-3-16,20-3 16,7 6-16,0 5 15,-2 9-15,0 8 16,-7 10-16,-3 2 16,-2 11-16,-7 7 15,5 10-15,-6 6 16,-7-3-1,-8-6-15,-7-7 16,-6-8-16,-4-3 16,-13-2-16,-3-3 15,-7-4-15,-1-5 16,-2-10-16,2-4 16,3-8-16,1-6 15,4-10-15,7-10 16,5-9-1,11-10-15,8 2 16,10-6-16,4 8 16,12 3-16,-4 9 15,-3 7-15,-1 2 16,-1 10-16</inkml:trace>
  <inkml:trace contextRef="#ctx0" brushRef="#br0" timeOffset="20432.91">24898 9067 0,'0'0'0,"0"0"0,0 0 0,4 0 16,-4 0-16,31-3 16,-2 2-16,-29 1 15,16 0-15,-16 0 16,34-5-16,-11-4 15,3-5 1,-1-8-16,-5-6 16,-7-3-16,-6 2 15,-2 5-15,-4 3 16,-1 4-16,-1 1 16,-2 3-16,-4 3 15,-19 4-15,-12 3 16,-63 2-16,47 25 15,7 11 1,8 1-16,10 11 16,9-6-16,10-6 15,6-4-15,10-3 16,13-3-16,21-4 16,22-10-16,37-2 15,0-12-15,226-112 31</inkml:trace>
  <inkml:trace contextRef="#ctx0" brushRef="#br0" timeOffset="21701.86">16727 8397 0,'0'0'0,"0"-2"15,0 2-15,0-26 16,0-15-16,2-11 16,1-2-16,3-9 15,0-4-15,1-9 16,0-6-1,0-3-15,0-6 16,-5-2-16,-4-1 16,-4-6-16,0 5 15,-4-6-15,-2 5 16,1 0-16,-3 2 16,2-1-16,0-1 15,4-1-15,1 0 16,4 3-16,0 2 15,3 7 1,-2 3-16,2 4 16,0-2-16,0 5 15,0 4-15,0 2 16,0 7-16,0 0 16,0 6-16,0 5 15,2 6-15,-2 3 16,0 2-16,0 3 15,0 1-15,-2 6 16,1 6 0,-1 4-16,-1 1 15,1 5-15,-1 2 16,3 12-16,-3-15 16,3 15-16,0 0 15,0 0-15,0 0 16,0 0-16,0 0 15,-18 8-15,-7 27 16,-19 28 0,2 1-16,5-6 15,5-6-15,8-10 16,6-10-16,7-10 16,6-8-16,2-3 15,3-11-15,-5 11 16,5-11-16,0 0 15,0 0 1,0 0-16,11-11 16,14-21-16,9-15 15,4-1-15,0 2 16,3 4-16,0 7 16,-3 7-16,-2 8 15,6 15-15,6 17 16,11 24-16,1 31 15,-1 21-15</inkml:trace>
  <inkml:trace contextRef="#ctx0" brushRef="#br0" timeOffset="26816.93">21375 5748 0,'0'0'0,"0"0"0,0 0 0,0 0 16,0 0-16,0 0 15,8-6-15,9-5 16,12-12-1,10-13-15,2-8 16,3-7-16,-7-2 16,-3 0-16,-7-2 15,-8 7-15,-6 6 16,-4 8-16,-5 10 16,-1 7-16,-3 6 15,0 11 1,0-10-16,0 10 15,0 0-15,0 0 16,0 23-16,0 18 16,-3 14-16,-5 7 15,-2 1-15,-1-2 16,0-2-16,2-6 16,2-10-16,3-6 15,6-8 1,8-4-16,6-6 15,5-6-15,12-9 16,9-13-16,12-20 16,3-17-16,-7-14 15,-6-3-15,-8 3 16,-7 5-16,-8 11 16,-8 14-16,-6 10 15,-3 7-15,-4 13 16,4-13-1,-4 13-15,0 0 16,0 0-16,-5 13 16,-9 24-16,-4 17 15,2 4-15,7 3 16,8-5-16,7-11 16,7-15-1,20-6 1,18-11-1,6-20-15</inkml:trace>
  <inkml:trace contextRef="#ctx0" brushRef="#br0" timeOffset="27083.04">22494 5781 0,'0'0'0,"0"0"16,-3 2-16,3-2 16,0 0-16,-6 19 15,2 10-15,-5 18 16,1-2-16,-7 8 16,-4 8-16,-4-2 15,-6 11-15,4-16 16,3-6-1,2-10-15,7-12 16</inkml:trace>
  <inkml:trace contextRef="#ctx0" brushRef="#br0" timeOffset="27816.69">23119 5441 0,'5'-5'0,"14"-8"16,4-5-16,32-18 15,6 8-15,3 8 16,-1 12-1,-7 11-15,-5 7 16,-7 4-16,-11 2 16,-5-1-16,-6-1 15,-8-2-15,-14-12 16,16 17-16,-16-17 16,8 12-16,-8-12 15,0 0-15,6 10 16,-6-10-1,0 0-15,0 0 16,0 0-16,-40 6 16,-11-8-16,-9-2 15,-6-2-15,-9 2 16,-1-1-16,0 7 16,2 13-16,0 6 15,9 8-15,3 9 16,12 5-16,6 3 15,7 5 1,12 3-16,6-4 16,11 1-16,9 2 15,8-2-15,9-3 16,0-6-16,1-7 16,5-3-16,-3-8 15,2-7-15,1-8 16,10-9-1,4-10-15,1-11 16,-4-8-16,-5-10 16,-7 0-16,-6-5 15,-3 1-15,-5-1 16,-7-2-16,-4 3 16,-11 2-16,-10-2 15,-16 0-15,-26 6 16,-32 14-16</inkml:trace>
  <inkml:trace contextRef="#ctx1" brushRef="#br0">22939 5583 0</inkml:trace>
  <inkml:trace contextRef="#ctx0" brushRef="#br0" timeOffset="55999.09">24020 4934 0,'0'0'0,"0"0"0,0 0 15,0-4-15,0 4 16,0 0-16,-4-18 16,-1 3-16,-4-8 15,-5-4-15,-7-5 16,-5-4 0,-1 1-16,-6-1 15,0 0-15,-6 1 16,-6-2-16,-1 4 15,-2 3-15,-1 2 16,-1 3-16,2 3 16,-4 3-16,3 1 15,-2 0-15,0 1 16,5 1-16,1 1 16,-1 1-1,1 0-15,4 1 16,-3 2-16,-7 2 15,-3 1-15,-9 7 16,0 1-16,-2 9 16,-3-2-16,-2 6 15,-6 6-15,5 2 16,12-1 0,2-3-16,3 2 15,0-4-15,-10 11 16,5-4-16,-2 5 15,6 3-15,10-6 16,1 3-16,2 1 16,5 2-16,-3 1 15,7-1-15,1 0 16,1 2 0,4 0-16,-3 3 15,-2 3-15,0 10 16,1 1-16,1-2 15,2 1-15,1-3 16,1 1-16,2 6 16,0-2-16,-2 11 15,3-5-15,4-12 16,-3 7-16,-1 7 16,-5 14-1,3-2-15,6 0 16,5-10-16,1-8 15,0 8-15,3-10 16,0 10-16,5 0 16,4-10-16,5 0 15,4-1-15,1 0 16,6 6-16,1-5 16,2-7-1,1-5-15,3 0 16,2 1-16,4 1 15,3-2-15,4-4 16,5-1-16,2-3 16,2-2-16,-2-3 15,-4-3-15,3-2 16,4-2-16,3-1 16,5-4-1,12-2-15,15-3 16,12-2-16,15-6 15,4-4-15,-5-2 16,11-4-16,1-2 16,11-3-16,11-3 15,-7-5-15,2-2 16,-5-5-16,-5-2 16,-5-3-16,-3-3 15,-8-3 1,-5 0-16,-4-2 15,-8 2-15,-6-2 16,-10-2-16,-8-2 16,-8-1-16,-8 1 15,-6-2-15,-8-4 16,-4-4-16,-8-6 16,-9 0-16,-4-2 15,-6-4 1,-6-4-16,-4-3 15,-4 3-15,-6 1 16,-3 2-16,-6-6 16,-3 1-16,-6 0 15,-7-2-15,-2 4 16,-11-3-16,-3 2 16,-5 8-16,-9-3 15,-4 9 1,-14-3-16,-10 5 15,-15 8-15,-16 12 16,-23 11-16,-43 19 16,-41 20-16,-70 38 15,35-12-15</inkml:trace>
  <inkml:trace contextRef="#ctx0" brushRef="#br0" timeOffset="63333.03">12221 886 0,'0'0'0,"0"0"0,0 0 0,0 0 15,0 0 1,0 0-16,0 0 15,0 3-15,0-3 16,-4 28-16,2 17 16,2 9-16,0 9 15,0-1-15,0-5 16,-2 2-16,-5 2 16,1-1-16,-3-6 15,0-6 1,0 5-16,-1-2 15,3-1-15,3-19 16</inkml:trace>
  <inkml:trace contextRef="#ctx0" brushRef="#br0" timeOffset="64082.13">12342 773 0,'0'0'0,"0"0"0,0 0 16,0 0-1,5 4-15,10 7 16,11 12-16,11 12 15,7 10-15,3 7 16,3 4-16,-4-6 16,-3-2-16,-5-7 15,-2-7-15,-6-8 16,-6-7-16,-4-4 16,-5-3-16,-15-12 15,20 16 1,-20-16-16,0 0 15,0 0-15,0 0 16,18 8-16,-18-8 16,0 0-16,10-11 15,-4 1-15,5-11 16,9-13-16,5-13 16,2-8-16,-5 0 15,-3 5 1,-4 8-16,-2 8 15,-3 6-15,-1 6 16,-2 4-16,-2 4 16,-5 14-16,6-13 15,-6 13-15,0 0 16,0 0-16,0 0 16,0 0-16,15 1 15,-5 13 1,1 23-16,0 17 15,-2 14-15,0 0 16,-3-4-16,2 3 16,-1-2-16,0 1 15,-1-12-15,-1-7 16,2-10-16,1-6 16,0-4-16,0-2 15,1-6-15,-4-5 16,-5-14-1,10 17-15,-10-17 16,0 0-16,14 12 16</inkml:trace>
  <inkml:trace contextRef="#ctx0" brushRef="#br0" timeOffset="64598.59">13583 699 0,'0'0'0,"0"4"15,0-4-15,0 35 16,0 30-16,0 18 16,0 6-16,0-8 15,1-15-15,0-6 16,1-1-16,1-4 16,0-12-16,1-8 15,-1-11 1,2-5-16,0-2 15,2-3-15,3 2 16,2-3-16,8-1 16,7-4-16,13-3 15,10-8-15,5-7 16,-3-8-16,-3-2 16,-2-3-16,-9 2 15,-8 3 1,-3 3-16,-5 3 15,-5 3-15,-17 9 16,28-18-16,-28 18 16</inkml:trace>
  <inkml:trace contextRef="#ctx0" brushRef="#br0" timeOffset="65299.34">14778 519 0,'0'0'0,"0"0"0,0 0 16,-13 6-16,-15 5 16,-20 7-16,-7 4 15,-6 7-15,-3 11 16,0 5-16,4-3 16,6 1-16,9-7 15,8 1 1,11-7-16,10-4 15,5 2-15,6 1 16,9 1-16,6 2 16,12 0-16,6-13 15,3 0-15,10-7 16,-1-3-16,1-1 16,-5-4-16,-8-1 15,-7 0-15,-21-3 16,23 2-1,-23-2-15,0 0 16,0 0-16,0 0 16,15 7-16,-15-7 15,-7 33-15,-10 8 16,-5 9-16,0-5 16,3-5-16,2-8 15,7-3-15,5 3 16,7-4-1,7 0-15,9 0 16,14 1-16,17-2 16,18-8-16,11-10 15,3-16-15,7-6 16,-7-4-16,-6-2 16,-14 0-16,-11 2 15,-10 2-15,-4 1 16</inkml:trace>
  <inkml:trace contextRef="#ctx0" brushRef="#br0" timeOffset="71498.89">21688 4770 0,'0'0'0,"0"0"0,0 0 15,0 0-15,-5-4 16,5 4-16,0 0 16,0 0-16,0 0 15,0 0-15,0 0 16,0 0-16,2 12 16,4 1-16,0 5 15,3 4 1,0-1-16,0-4 15,-3-2-15,2-1 16,-2-1-16,4-3 16,-2 0-16,-8-10 15,29 16-15,-7-12 16,2-2-16,1-2 16,-2 0-1,-1-2-15,8-5 16,16-13-16,13-19 15,25-25-15,6-11 16,-6-2-16,1-3 16,-16 13-16,-9 9 15,2-2-15,-9 10 16,-6 5-16,-4 4 16,-12 9-1,-5 8-15,-6 5 16,-3 3-16,-1 1 15,-5 4-15,-11 11 16,17-15-16,-17 15 16,0 0-16,11-13 15,-11 13-15,0 0 16,0 0-16,0 0 16,0 0-16,0 0 15,0 0 1,0 0-16,0 0 15,0 0-15,0 0 16,0 0-16,10 11 16,-10-11-16,-1 12 15,1-12-15,-3 12 16</inkml:trace>
  <inkml:trace contextRef="#ctx0" brushRef="#br0" timeOffset="72415.55">22881 5069 0,'0'0'0,"0"0"0,0 0 0,0 0 15,0 0-15,0 0 16,0 0-1,0 2-15,0-2 16,0 0-16,0 0 16,0 0-16,-7 12 15,7-12-15,0 0 16,0 0-16,0 0 16,0 0-16,0 0 15,0 0 1,-2 11-16,2-11 15,4 19-15,-2-4 16,1 6-16,1-1 16,-1 4-16,2-1 15,0-4-15,0 0 16,-2-5-16,0-4 16,-3-10-16,3 16 15,-3-16 1,6 11-16,-6-11 15,0 0-15,0 0 16,0 0-16,0 0 16,0 0-16,18 6 15,-18-6-15,0 0 16,32-15-16,18-19 16,40-35-16,14-20 15,0-4-15,-4 1 16,-1-4-1,-4 3-15,-3 6 16,-9 5-16,-13 14 16,-15 16-16,-15 12 15,-11 13-15,-11 9 16,-18 18-16,15-14 16,-15 14-16,0 0 15,0 0-15,0 0 16</inkml:trace>
  <inkml:trace contextRef="#ctx0" brushRef="#br0" timeOffset="106182.31">21316 1829 0,'0'0'0,"0"0"0,0 0 16,0 0-16,0 0 16,0 0-1,0 5-15,0-5 16,-4 19-16,-1 0 16,0 7-16,1 6 15,-3 0-15,2 2 16,2 0-16,1-3 15,1-4-15,-1-2 16,2-4-16,0 2 16,0-3-16,0 1 15,0 0 1,0 0-16,-1 0 16,-1-1-16,2-5 15,-2-4-15,2-11 16,0 11-16,0-11 15</inkml:trace>
  <inkml:trace contextRef="#ctx0" brushRef="#br0" timeOffset="106416.15">21634 2107 0,'0'0'0,"0"0"0,0 0 15,0 0 1,0 0-16,0 0 16,0 0-16,0 0 15,0 0-15</inkml:trace>
  <inkml:trace contextRef="#ctx0" brushRef="#br0" timeOffset="108681.69">22309 1973 0,'0'0'0,"0"0"16,0 0-16,0 0 16,1 2-1,-1-2-15,0 18 16,0 3-16,-1 11 15,-1 5-15,0 6 16,-1 4-16,-1 1 16,1 2-16,-2-9 15,3-8-15,0-6 16,0-8-16,1-6 16,1-13-1,-2 13-15,2-13 16,0 0-16</inkml:trace>
  <inkml:trace contextRef="#ctx0" brushRef="#br0" timeOffset="109098.93">22297 2059 0,'0'0'0,"0"0"0,0 0 0,0 0 0,-4-4 16,4 4-16,-9-13 15,9 13-15,-12-13 16,12 13-16,0 0 16,4-20-16,22 1 15,15-13-15,3 4 16,-5 9-16,-4 4 16,-8 3-16,11 3 15,-3 3 1,3 3-16,-1 5 15,-16 0-15,-3 3 16,-18-5-16,21 16 16,-18-4-16,-7 12 15,-7 9-15,-21 8 16,-3-2-16,-18-7 16,1-3-1,2-4-15,-5-3 16,12-6-16,10-5 15,8-5-15,9-3 16,16-3-16,-20-2 16,20 2-16</inkml:trace>
  <inkml:trace contextRef="#ctx0" brushRef="#br0" timeOffset="109365.55">23275 1979 0,'0'0'0,"0"0"15,0 0-15,-1 7 16,0 13-16,-4 18 15,0 2-15,0-2 16,2-7-16,-1 0 16,2-9-16</inkml:trace>
  <inkml:trace contextRef="#ctx0" brushRef="#br0" timeOffset="109715.04">23141 1853 0,'0'0'0,"0"0"0,0 0 0,0 0 16,0 0-16,0 0 16,0-2-16,0 2 15,0 0-15,33-12 16,19 7-1,17 6-15,2 9 16,1 6-16,-5 6 16,-7 3-16,-10-3 15,-8 4-15,-13-5 16,-10-2-16,-9-2 16,-7 3-16,-19 6 15,-32 15 1,-35 20-16,-24-5 15,-3-5-15,-7 1 16,17-13-16,6-12 16</inkml:trace>
  <inkml:trace contextRef="#ctx0" brushRef="#br0" timeOffset="110431.76">21295 2895 0,'0'0'0,"0"0"15,9-1-15,-9 1 16,45-14-1,-4 4-15,0 4 16,-3 3-16,-9 5 16,-5 2-16,-5 3 15,-6 3-15,-6 2 16,-10 9-16,-9 9 16,-12 14-16,-14 5 15,-2-2 1,2-8-16,7-7 15,5-10-15,7-3 16,5-6-16,14-13 16,-14 16-16,14-16 15,7 13-15,12-3 16,20-2-16,10-1 16,-3-7-16,-8-2 15,-5-4-15,-1-1 16,-7-3-16</inkml:trace>
  <inkml:trace contextRef="#ctx0" brushRef="#br0" timeOffset="110617.5">21957 2988 0,'0'0'0,"0"0"0,0 0 0,1 3 16,-1-3-16,0 0 16,0 0-16,0 0 15,10 12-15,-10-12 16</inkml:trace>
  <inkml:trace contextRef="#ctx0" brushRef="#br0" timeOffset="111614.78">22543 2824 0,'0'0'0,"0"0"16,0 0-16,11-5 16,-11 5-16,29-14 15,-29 14-15,24-9 16,-24 9-16,0 0 16,21-5-16,-21 5 15,0 0-15,0 0 16,-16 18-16,-13 2 15,-3 2 1,1-1-16,-9 8 16,7-5-16,1-3 15,9-4-15,9-3 16,-1 0-16,5 0 16,6 1-16,11 3 15,13 3-15,7 1 16,0-5-1,-1-4-15,3-5 16,7-2-16,-1-4 16,-8-2-16,-7-1 15,-20 1-15,23 0 16,-23 0-16,0 0 16,0 0-16,0 0 15,-23 26-15,-16 2 16,1 0-16,-3-1 15,10-5 1,4-5-16,27-17 16,-20 15-16,20-15 15,0 16-15,12 0 16,12 2-16,26-3 16,13-6-16,9-8 15,2-5-15,-10-2 16,-4-2-16,-15 0 15,-12 1-15,-11 0 16,-22 7 0,21-5-16,-21 5 15</inkml:trace>
  <inkml:trace contextRef="#ctx0" brushRef="#br0" timeOffset="112864.85">23738 2874 0,'0'0'0,"0"0"0,0 0 16,0 8-16,0 18 15,0 28-15,0 18 16,-4 5-16,-1 1 15,-4-7-15,0-5 16,0-9 0,0-1-1,2-5 1</inkml:trace>
  <inkml:trace contextRef="#ctx0" brushRef="#br0" timeOffset="113199.24">23660 3314 0,'0'0'0,"-1"-2"0,1 2 16,-11-30-16,-2-7 16,-3-8-1,2-1-15,2-1 16,8 1-16,4 3 16,4-2-16,8-2 15,3 1-15,8 1 16,3-1-16,7 6 15,-1 3-15,3 5 16,-2 6-16,-4 7 16,-4 5-1,-6 4-15,-19 10 16,20-4-16,-20 4 16,5 10-16,-14 12 15,-11 15-15,-18 8 16,-5-2-16,0-5 15,0-5-15,8-9 16,5-2 0</inkml:trace>
  <inkml:trace contextRef="#ctx0" brushRef="#br0" timeOffset="113950.97">24338 2953 0,'0'0'0,"0"0"16,0 0-16,0 0 16,-9 5-16,-13 7 15,-13 9-15,-4 10 16,2 0-16,5-3 15,8-5-15,3-2 16,6-4-16,3-5 16,4 0-16,8-12 15,-6 14 1,6-14-16,0 0 16,39 6-16,5-28 15,4-6-15,-7-2 16,-9 4-16,-12 9 15,-9 7-15,-11 10 16,12-11-16,-12 11 16,0 0-1,0 0-15,0 0 16,11 12-16,-7 7 16,-2-2-16,1-3 15,-3-14 1,25 0-1,-3-19-15,2-9 16,-9 9-16,-3 1 16,-1 3-1,-1 1-15,-1-1 16,-1 3-16,-8 12 16,24-8-16,-4 12 15,5 18-15,0 16 16,-3 18-16,-3 6 15,-8-5-15,-5-1 16,-3-7-16,-8-9 16,-3-4-16,-2-8 15,1-7 1,0-5-16,2-6 16,7-10-16,0 0 15,0 0-15,-3-58 16,29-50-16,28-25 15,28-13-15,11-13 16,292-437-16</inkml:trace>
  <inkml:trace contextRef="#ctx0" brushRef="#br0" timeOffset="114849.3">21428 3902 0,'-2'-3'0,"2"3"0,0 0 15,0 0-15,0 0 16,0 0 0,0 0-16,2-12 15,17-4-15,20 0 16,12-3-16,-4 3 15,-3 3-15,-5 6 16,-7 7-16,-6 2 16,-11 0-16,-15-2 15,16 1-15,-16-1 16,0 0 0,3 33-16,-5-6 15,-4 9-15,2-12 16,1 2-16,3-3 15,8-6-15,11 6 16,7 7-16,13 15 16,-4-5-16,-11-8 15,-8-14 1,-16-18-16,9 10 16,-9-10-16,0 0 15,-19 8-15,-7 1 16,-3 1-16,-1 5 15,10-6-15,20-9 16,-21 7-16,21-7 16</inkml:trace>
  <inkml:trace contextRef="#ctx0" brushRef="#br0" timeOffset="114998.73">22477 3805 0,'0'0'0,"0"0"16,0 0-16,0 0 15,0 0-15,-2 2 16</inkml:trace>
  <inkml:trace contextRef="#ctx0" brushRef="#br0" timeOffset="118315.74">21235 3572 0,'0'0'0,"0"0"0,0 0 15,0 0-15,2-4 16,-2 4-16,0 0 16,20-15-16,-20 15 15,18-13-15,-18 13 16</inkml:trace>
  <inkml:trace contextRef="#ctx0" brushRef="#br0" timeOffset="118415.05">21225 3568 0,'0'0'0,"0"0"16,0 0-16,0 0 15,0 0-15,0 0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7T12:12:34.46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20496 12337 0,'1'-2'0,"-1"2"0,0 0 0,0-12 16</inkml:trace>
  <inkml:trace contextRef="#ctx0" brushRef="#br0" timeOffset="849.18">20591 12010 0,'0'0'0,"0"0"15,0 0-15,0-2 16,0 2-16,0 0 16,0 0-16,0 0 15,0 0-15,0 0 16,0 0-16,0 0 15,0 0-15,0 0 16,0 42 0,0 17-16,1 1 15,2 4-15,4-10 16,1-4-16,5-4 16,-1-9-16,3-2 15,1 0-15,4-1 16,1-5-16,-1-3 15,-3-6-15,0-3 16,-1-2 0,5-4-16,3-3 15,8-8-15,10-14 16,13-17-16,19-21 16,7-27-16,13-18 15,8-16-15,1-7 16,2-1-16,5-7 15,-1 11 1,12 5-16,-5 17 16,-14 15-16,-4 5 15,-8 9-15,-9 4 16,-3 4-16,-15 11 16,-8 6-16,-5 6 15,-12 7-15,-7 5 16,-9 10-16,-7 2 15,-15 11-15,17-7 16,-17 7 0,0 0-16,0 0 15,0 0-15,15-8 16,-15 8-16,0 0 16,0 0-16,0 0 15,0 0-15,0 0 16,0 0-16,0 0 15,0 0-15,0 0 16,0 0 0,0 0-16,0 0 15,0 0-15,0 0 16,0 0-16,0 0 16,0 0-16,0 0 15,0 0-15,0 0 16,0 0-16,8 11 15,-8-11 1,0 0-16,0 0 16,0 13-16</inkml:trace>
  <inkml:trace contextRef="#ctx0" brushRef="#br0" timeOffset="3232.13">11747 1740 0,'0'0'0,"0"0"0,0 0 15,0 0-15,0 0 16,0 0-16,0 0 16,4 2-1,-4-2-15,0 0 16,0 0-16,0 0 16,15 6-16,-15-6 15,0 0-15,0 0 16,23 0-16,1-2 15,26-3-15,29-7 16,18-11 0,14-18-16,8-4 0,11-5 15,2-1 1,2 3-16,2 4 16,1 2-16,-5 8 15,3 5-15,-6 7 16,-3 3-16,-7 7 15,1 1-15,-11 6 16,-10 3-16,-11 2 16,-16 1-16,-12 0 15,-12 2 1,-16-1-16,-10 2 16,-6-1-16,-16-3 15,18 5-15,-18-5 16,0 0-16,0 0 15,0 0-15,0 0 16,0 0-16,0 0 16,0 0-1,0 0-15,0 0 16,0 0-16,0 0 16,0 0-16,0 0 15,0 0-15,0 0 16,0 0-16,0 0 15,0 0-15,0 0 16,0 0-16,0 0 16,0 0-16,0 0 15,0 0 1,0 0-16,0 0 16,0 0-16,0 0 15,0 0-15,0 0 16,0 0-16,0 0 15,0 0-15,0 0 16,0 0-16,0 0 16,0 0-16,0 0 15,0 0-15,0 0 16,0 0 0,0 0-16,0 0 15,0 0-15,0 0 16,0 0-16,0 0 15,2 11-15,-2-11 16,0 0-16,0 0 16,0 0-16,0 0 15,0 0 1,0 0-16,0 9 16,0-9-16,0 0 15,0 0-15,0 0 16,0 0-16,0 0 15,0 0-15,10 11 16,-10-11-16,0 0 16,0 0-16,0 0 15,0 0 1,0 0-16,0 0 16,0 0-16,0 0 15,17 5-15,-17-5 16,0 0-16,0 0 15,0 0-15,0 0 16,0 0-16,18 3 16,-18-3-16,0 0 15,0 0 1,14 11-16,-14-11 16,0 0-16,10 16 15,-10-16-15,5 15 16,-5-15-16,6 17 15,-6-17-15,4 15 16,-4-15-16,6 15 16,-6-15-16,7 15 15,-7-15-15,7 11 16,-7-11 0,0 0-16,9 13 15,-9-13-15,0 0 16,0 0-16,0 0 15,0 0-15,0 0 16,0 0-16,0 0 16,0 0-16,15-1 15,-15 1 1,5-12-16,-5 12 16,5-13-16,-5 13 15,4-12-15,-4 12 16,0 0-16,3-13 15,-3 13-15,0 0 16,0 0-16,0 0 16,0-10-16,0 10 15,0 0 1</inkml:trace>
  <inkml:trace contextRef="#ctx0" brushRef="#br0" timeOffset="5331.95">14345 6059 0,'0'0'0,"0"0"0,0 0 0,4 2 16,-4-2-16,34 8 16,0 0-16,9-1 15,9 2-15,1-5 16,6 2-16,3-4 16,5 1-1,2-3-15,-1 1 16,-2-1-16,5 0 15,-1 0-15,-3 0 16,0 0-16,0 1 16,1 2-16,0 1 15,-5 1-15,2 1 16,5 0-16,-2-1 16,4-1-1,-6 2-15,6-1 16,0 1-16,0-2 15,-6 0-15,-1 1 16,5-1-16,-1-1 16,2-1-16,-1 0 15,-1-2-15,3 0 16,-1-2-16,-2 0 16,7-1-16,1 0 15,-3 0 1,0 0-16,0 1 15,1-1-15,-3 2 16,1-1-16,1-2 16,3-1-16,-1-1 15,0 1-15,3 1 16,2-3-16,1 2 16,1 1-16,0-3 15,3 2 1,3 0-16,2-1 15,1-2-15,1 0 16,-2 1-16,-3-3 16,5 0-16,0-1 15,2 1-15,4-1 16,-3 1-16,-3 1 16,-1-2-1,0 3-15,0-2 16,4 2-16,-7-1 15,-1-1-15,-1 3 16,-5-2-16,-4 4 16,-3-2-16,-9 2 15,-6 0-15,-9 2 16,-8-2-16,-10 3 16,-5 0-1,-8 4-15,-20-2 16,24 2-16,-24-2 15,0 0-15,0 0 16,17 0-16,18-21 16</inkml:trace>
  <inkml:trace contextRef="#ctx0" brushRef="#br0" timeOffset="5566.31">21208 5494 0,'0'0'0,"0"0"0,0 0 0,0 0 0,0 0 16,-2 4-16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7T12:36:41.61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9845 8953 0,'0'0'0,"0"0"0,0 0 0,0 0 16,0 0-16,0 0 16,5 0-16,-5 0 15,20 0 1,-3 0-16,4 0 16,4 0-16,4 0 15,2-2-15,1 0 16,0-3-16,-1 0 15,-1 1-15,-2 1 16,-2-2-16,2 2 16,-2-1-16,4 0 15,1 0-15,3 0 16,-2 1 0,3-1-16,-1-1 15,3 1-15,-4 3 16,0 0-16,-3-1 15,-5 1-15,-5 0 16,-20 1-16,29 0 16,-29 0-16,26 0 15,-26 0 1,25 0-16,-25 0 16,24 0-16,-24 0 15,20 0-15,-20 0 16,16 0-16,-16 0 15,0 0-15,15 0 16,-15 0-16,0 0 16,0 0-16,0 0 15,0 0 1,0 0-16,0 0 16,0 0-16,0 0 15,18 6-15,-18-6 16,0 0-16,16 2 15,-1 0-15,6 1 16,7 1-16,0-4 16,5-2-16,3-1 15,7-3 1,3 0-16,4-3 16,3 2-16,-2-1 15,0-1-15,-2 2 16,4-1-16,4 0 15,2 2-15,-2 1 16,4-1-16,4-1 16,7 0-16,3 1 15,3 0 1,4-3-16,5-2 16,7-5-16,2-2 15,2-4-15,7-3 16,1 1-16,2-1 15,8-1-15,-2 1 16,2-2-16,1 2 16,0 0-16,5-1 15,6 0 1,-4 2-16,4-1 16,-3-1-16,3 0 15,-2 2-15,3-2 16,-4 2-16,-3-1 15,1 1-15,-5 0 16,0 1-16,-2 3 16,-1 1-16,-2 4 15,-3-1-15,4 1 16,-3-1 0,-5 2-16,0 0 15,-5 1-15,-5 0 16,1 0-16,-9 1 15,-1 1-15,-2-2 16,-3-1-16,0-1 16,0-1-16,-5 2 15,1-1 1,3 0-16,-2 1 16,-5 0-16,-10 3 15,-9 1-15,-8 2 16,-10 2-16,-9 2 15,-9 0-15,-19 4 16,18-2-16,-18 2 16,0 0-16,0 0 15,0 0-15,0 0 16,0 0 0</inkml:trace>
  <inkml:trace contextRef="#ctx0" brushRef="#br0" timeOffset="517.69">16113 7733 0,'0'0'0,"0"0"0,0 0 16,0 0-16,0 0 15,0 0-15,7 2 16,-7-2-16,27 9 16,10 3-16,21 6 15,10 1 1,5-2-16,6-6 16,-5-2-16,-4-5 15,-5-1-15,-10-1 16,-5 2-16,-3-2 15,-5-1-15,-8 2 16,-8 4-16,-7 2 16,-5 2-16,-4 1 15,-4 1-15,-2 6 16,-7 9-16,-7 9 16,-14 10-1,-13 6-15,-16 6 16,-11 4-16,-8 0 15,0-3-15,13-11 16,11-10-16,11-8 16,10-10-16,8-5 15,19-16-15,-20 14 16,20-14 0,0 0-16,0 0 15,0 0-15</inkml:trace>
  <inkml:trace contextRef="#ctx0" brushRef="#br0" timeOffset="1000.32">17983 6894 0,'0'0'0,"0"0"0,0 0 15,0 0-15,0 1 16,-1 15-16,-1 24 16,-3 18-16,3-2 15,-2 3-15,-1 3 16,-3 10-16,0 0 16,0-5-1,-2 2-15,0-3 16,-4 0-16,3-1 15,0-7-15,1-1 16,1-5-16,-1-2 16,3-3-16,-1-4 15,2-2-15,3-9 16,2-10-16,1-5 16,1-5-16</inkml:trace>
  <inkml:trace contextRef="#ctx0" brushRef="#br0" timeOffset="1433.67">18481 6968 0,'0'0'0,"0"0"0,0 0 16,0 0-16,0 0 15,0 0-15,0 5 16,0 23-16,-2 29 16,-7 21-1,-7 2-15,-5 2 16,-1-5-16,2-6 15,1-4-15,1-6 16,2-3-16,1-6 16,1-1-16,1-3 15,3-4-15,2 0 16,2-3-16,2-7 16,3-6-1,0-7-15,1-9 16,0-12-16,0 14 15,0-14-15,0 0 16</inkml:trace>
  <inkml:trace contextRef="#ctx0" brushRef="#br0" timeOffset="1917.18">17455 6926 0,'0'0'0,"0"0"0,0 0 16,0-3-16,0 3 15,0 0 1,0 0-16,0 0 15,20-17-15,20-1 16,26-2-16,11 1 16,8 2-16,6 0 15,1 2-15,-4-1 16,-3 3-16,-3 0 16,-7 1-16,-1 1 15,-1 0 1,0 1-16,-3 1 15,-7 1-15,-6 1 16,-10-1-16,-6 1 16,-5 0-16,-4 1 15,-3 0-15,-6 1 16,-8 1-16,-15 4 16,18-4-16,-18 4 15,0 0 1,0 0-16,0 0 15,0 0-15,0 0 16</inkml:trace>
  <inkml:trace contextRef="#ctx0" brushRef="#br0" timeOffset="3784.23">20136 6811 0,'0'0'0,"0"0"0,0 0 16,0 0-16,-2 2 16,-1 10-16,-8 23 15,-9 26-15,-1 7 16,1 1-1,1-2-15,-2 0 16,1 0-16,1-5 16,2-8-16,-3-4 15,4-6-15,0-4 16,4-8-16,3-7 16,2-5-16,2-5 15,2-4-15,3-11 16,-3 11-16,3-11 15</inkml:trace>
  <inkml:trace contextRef="#ctx0" brushRef="#br0" timeOffset="4367.49">20102 7168 0,'0'0'0,"0"0"0,0 0 16,0 0 0,7 0-16,8 0 15,17 0-15,11 0 16,4 0-16,-4 0 16,-2-2-16,-3-5 15,-3-4-15,-6-3 16,-5-3-16,-2-3 15,-4-1-15,-3-5 16,-3-2 0,-5-7-16,-2-12 15,-2 0-15,-2 3 16,-1 14-16,0 9 16,0 8-16,0 13 15,0-14-15,0 14 16,0 0-16,0 0 15,0 0 1,0 0-16,-22 31 16,1 23-16,-1 17 15,2 6-15,1 0 16,3 1-16,0 4 16,4-4-16,3-11 15,2-11-15,3-8 16,-3-7-16,4-7 15,1-9-15,1-5 16,1-6 0,0-14-16,-2 16 15,2-16-15,0 0 16,0 0-16</inkml:trace>
  <inkml:trace contextRef="#ctx0" brushRef="#br0" timeOffset="4583.88">20886 7317 0,'0'0'0,"0"0"0,0 0 0,0 0 15,0 0-15,0 0 16,0 0-16,0 0 15,0 0-15,0 0 16,0 0 0,0 3-16,0-3 15,0 0-15,0 0 16</inkml:trace>
  <inkml:trace contextRef="#ctx0" brushRef="#br0" timeOffset="5600.29">21223 6830 0,'0'0'0,"0"0"0,0 0 0,0 0 0,0 6 16,0 17-16,1 30 15,2 20-15,3 11 16,1 5-16,-1-2 15,1 1-15,-3-11 16,0-4 0,1-6-16,-2-3 15,0-11-15,2-12 16,-1-14-16,0-12 16,-4-15-16,24 3 31,7-17-31,-1-46 15,-12-34-15,-11 37 16,-10 4-16,3 37 16,0 16-1,-4-19-15,4 19 16,0 0-16,-2-10 16,2 10-16,28-26 15,32 9-15,10-5 16,4 4-16,-2-1 15,-10-3-15,-8-4 16,-12 2 0,-7 5-16,-8-1 15,-8-14-15,-6 4 16,-8-9-16,-4 7 16,-7-4-16,-4 4 15,-4 1-15,-3-1 16,2 4-16,2 2 15,2 6-15,1 2 16,2 2 0,1 2-16,2 4 15,5 10-15,-6-11 16,6 11-16,0 0 16,0 0-16,0 0 15,0 0-15,0 0 16,0 0-16,0 0 15,0 0-15,0 0 16,0 0 0,0 0-16,0 0 15,0 0-15,0 0 16,0 0-16,0 0 16</inkml:trace>
  <inkml:trace contextRef="#ctx0" brushRef="#br0" timeOffset="6070.46">20943 6868 0,'0'0'0,"0"0"0,0-4 16,0 4-16,0 0 15,0 0-15,0 0 16,0 0-16,23-8 16,16-2-1,40-7-15,27-4 16,-3 2-16,-5 2 16,-11 4-16,-9 2 15,-16 2-15,-15 2 16,-3 0-16,-9 5 15,-6 2-15,-6 0 16,-23 0 0,16 2-16</inkml:trace>
  <inkml:trace contextRef="#ctx0" brushRef="#br0" timeOffset="6384.28">21485 6959 0,'0'0'0,"0"0"0,0 0 16,0 0-16,-3 5 15,-5 7-15,-7 15 16,-8 16-16,-4 14 16,6 11-1,8 0-15,1 8 16,6-1-16,3-4 16,3 1-16,3-3 15,-1-6-15,0-4 16,0-5-16,0 0 15,1-2-15,0 1 16,-3-9-16,-1-9 16,-1-8-1,1-7-15,-1-7 16,2-13-16,-1 16 16,1-16-16,0 0 15</inkml:trace>
  <inkml:trace contextRef="#ctx0" brushRef="#br0" timeOffset="6633.61">22229 7545 0,'0'0'0,"0"0"0,0 0 16,0 0-1,0 0-15,0 0 16,0 0-16,0 0 16,0 0-16,0 0 15,0 0-15</inkml:trace>
  <inkml:trace contextRef="#ctx0" brushRef="#br0" timeOffset="7369.27">22644 6742 0,'0'0'0,"0"0"0,0 0 0,0 0 0,0 0 16,0 0 0,0 6-16,0 10 15,0 22-15,0 18 16,0 5-16,-1 1 15,-5 3-15,-2 3 16,-2 1-16,0 1 16,2-3-16,-2-7 15,0-7 1,2-1-16,-1-5 16,3-7-16,2-11 15,-3-11-15</inkml:trace>
  <inkml:trace contextRef="#ctx0" brushRef="#br0" timeOffset="7817.67">22539 7293 0,'0'0'0,"0"0"0,0 0 15,5-2-15,10-2 16,25-9-16,28-10 15,8-1-15,0-2 16,-4-2-16,-12-1 16,-16 6-16,-13 1 15,-10 1-15,-4-3 16,-4-1 0,-4 3-16,-3 4 15,-5 6-15,-1 12 16,4-13-16,-4 13 15,0 0-15,0 0 16,0 0-16,0 0 16,0 0-16,-20 40 15,9 12 1,0 6-16,3 2 16,3 5-16,4 2 15,2 3-15,1 3 16,1-3-16,3-7 15,2-5-15,6-12 16,2-6-16,6-8 16</inkml:trace>
  <inkml:trace contextRef="#ctx0" brushRef="#br0" timeOffset="7984.2">23476 7483 0,'0'0'0,"0"0"0,0 0 16,0 0-16,0 0 15,0 0-15,0 0 16,0 0-16,3-5 16</inkml:trace>
  <inkml:trace contextRef="#ctx0" brushRef="#br0" timeOffset="8700.14">23673 6829 0,'0'0'0,"0"0"15,0 0-15,0 0 16,0 0-16,0 0 15,0 0-15,-5 14 16,-6 20-16,-7 24 16,2 3-16,1 2 15,3-3-15,3-4 16,0 4 0,0 1-16,4 1 15,5 1-15,9 1 16,1-6-16,2-10 15,-2-10-15,-1-12 16,-4-8-16,-1-8 16,-4-10-16,0 0 15,0 0-15,-7-15 16,-4-17-16,-4-13 16,3-12-1,3 4-15,5 1 16,3 5-16,4 9 15,1 4-15,3 5 16,0 4-16,6 2 16,5-1-16,12-1 15,5-1-15,6 2 16,1-1 0,-2 0-16,-4 6 15,-7 0-15,-6 6 16,-7 1-16,-16 12 15,18-16-15,-18 16 16,0 0-16,10-9 16,-10 9-16,0 0 15,0 0-15,0 0 16,0 0-16,-2 33 16,-5 20-16,-2 14 15,-4 4 1,2 0-16,0-6 15,2-6-15,3-3 16,23 1 0,14-9-1</inkml:trace>
  <inkml:trace contextRef="#ctx0" brushRef="#br0" timeOffset="8834.35">24250 7624 0,'0'0'0,"0"0"15,0 0-15,0 0 16,0 0-16,3-3 16,-3 3-16,0 0 15,0 0-15,10-15 16</inkml:trace>
  <inkml:trace contextRef="#ctx0" brushRef="#br0" timeOffset="9100.37">24398 7062 0,'0'0'0,"0"0"16,0 0-16,0 0 15,0 0 1,0 0-16,0 0 15,17-3-15,12-1 16,15-2-16,1 0 16,-4 0-16,-5 2 15,-6 0-15,-3 1 16,0-4-16</inkml:trace>
  <inkml:trace contextRef="#ctx0" brushRef="#br0" timeOffset="9400.2">24521 7093 0,'0'0'0,"0"0"0,0 0 16,0 0-16,0 7 15,0 13 1,0 17-16,-2 12 15,-1 6-15,-4 1 16,1 2-16,1-2 16,0-2-16,0-4 15,2-2-15,1-6 16,5-4-16,3-4 16,4-4-16,7-3 15,5-6 1</inkml:trace>
  <inkml:trace contextRef="#ctx0" brushRef="#br0" timeOffset="11133.95">20482 6403 0,'0'0'0,"-1"-4"15,1 4-15,0 0 16,0 0-1,-4-11-15,4 11 16,0 0-16,0 0 16,0 0-16,0 0 15,-25-9-15,-14 10 16,-32 18-16,-9 5 16,6 5-16,-2 9 15,9 1-15,0 10 16,0 2-1,3 6-15,1 5 16,-1 10-16,2 11 16,-1 23-16,5 10 15,15-17-15,10 10 16,12-26-16,2 16 16,8 18-16,4-35 15,11 17-15,10-20 16,13-3-1,21 3-15,6-15 16,11-6-16,16-3 16,17-16-16,3-14 15,13-22-15,-3-15 16,-2-15-16,6-13 16,-3-14-16,-10-19 15,-9 0-15,-15-9 16,-17 4-1,-5-6-15,-16-42 16,-10 2-16,-18 0 16,-17 17-16,-8 23 15,-7 11-15,-11 1 16,-6 4-16,-7 6 16,-10-2-16,1 11 15,-5 3-15,2 7 16,3 6-1,7 7-15,8 5 16,7 8-16,1 4 16,6 4-16,4 3 15,20 6-15,-21-5 16,21 5-16,0 0 16,-16 0-16,16 0 15,0 0-15,0 0 16,0 0-1,0 0-15,0 0 16,-10 10-16,10-10 16,0 0-16,0 0 15,0 0-15,0 0 16,0 0-16,0 0 16,0 0-16,0 0 15,0 0-15,0 0 16,0 0-16,0 0 15,0 0 1,0 0-16,0 0 16,0 0-16,0 0 15,0 0-15,0 0 16,0 0-16,0 0 16,0 0-16,0 0 15,0 0-15,0 0 16</inkml:trace>
  <inkml:trace contextRef="#ctx0" brushRef="#br0" timeOffset="14700.19">20454 8511 0,'0'0'0,"0"0"16,0 0-16,0 0 15,0 0-15,0 0 16,0 0-16,0 0 15,-2 8-15,1 16 16,-3 25-16,2 4 16,2-4-16,0-4 15,0-3 1,0 11-16,0 12 16,0 2-16,0-12 15,0-5-15,0 2 16,0-2-16,0 6 15,0-14-15,0-14 16,0-6-16,0-12 16,0-10-1,0 16-15,0-16 16,0 0-16,0 0 16,0 0-16,0 10 15,0-10-15,0 0 16,0 0-16,0 0 15,0 0-15,0 0 16,-12-12-16,-1-4 16,4 4-16,9 12 15,-15-19-15,15 19 16,-11-20 0,11 20-16,-6-15 15,6 15-15,-2-11 16,2 11-16,0 0 15,0 0-15,0 0 16,-2 11-16,2-11 16,4 9-16,-4-9 15,13 12-15,-13-12 16,17 12 0,-17-12-16,13 12 15,-13-12-15,0 0 16,13 11-16,-13-11 15,0 0-15,0 0 16,0 0-16,0 0 16,0 0-16,0 0 15</inkml:trace>
  <inkml:trace contextRef="#ctx0" brushRef="#br0" timeOffset="15484.24">20384 9951 0,'0'0'0,"0"0"16,1 3-16,3 9 15,4 16-15,2 23 16,-3 23 0,-1 4-16,-3-6 15,1 18-15,-6 9 31,-7 4-31,-6-15 16,1-33-16,2-20 16,5-11-16,-1-7 15,2-4-15,6-13 16,-10 11 0,10-11-16,-16-6 15,2-16-15,-1-24 16,4-28-16,8-13 15,7-7-15,6 8 16,-1 3-16,3 10 16,0 12-16,1 7 15,1 5 1,4 3-16,8 4 16,11 0-16,15 4 15,2 4-15,2 8 16,-3 6-16,1 9 15,2 11-15,-2 7 16,-6 7-16,-7 4 16,-5 6-16,-8 3 15,-5 2-15,-9 3 16,-10 3 0,-10 1-16,-17 10 15,-13 6-15,-19-2 16,-15-4-16,-6-6 15,-3-9-15,12-9 16,8-6-16,12-7 16,10-5-16,12-3 15,6-2-15,19 1 16,-9-12 0,16-5-16</inkml:trace>
  <inkml:trace contextRef="#ctx0" brushRef="#br0" timeOffset="15834.27">21452 10461 0,'0'0'0,"0"0"0,0 0 0,0 0 15,0 0-15,0 0 16,0 0-16,0 0 16,0 0-16,0 0 15,-1-8-15</inkml:trace>
  <inkml:trace contextRef="#ctx0" brushRef="#br0" timeOffset="16749.82">20393 10204 0,'0'0'0,"0"0"0,0 0 15,0 0-15,0 0 16,0 0-16,0 5 16,0 8-16,0 19 15,0 14-15,0 5 16,0 1-16,0 4 16,-1 5-16,0-6 15,-1-8 1,0-13-16,-1-8 15,1-3-15,-1-2 16,1 3-16,0 0 16,-2 3-16,-1 1 15,0-1-15,0 1 16,-1 0-16,0 3 16,-1-4-16</inkml:trace>
  <inkml:trace contextRef="#ctx0" brushRef="#br0" timeOffset="17267.2">22206 9773 0,'0'0'0,"0"0"0,0 0 0,0 0 15,-9 9-15,-15 18 16,-26 31-16,-1 16 16,5 1-16,3 15 15,0 8 1,6 5-16,5-1 15,8-13-15,7 1 16,8-14-16,18 42 31,11-12-31,16-26 16,-1-25-16,-6-37 16,0-10-16,-2 5 15,-3-4-15,6-24 16,-10 0-1</inkml:trace>
  <inkml:trace contextRef="#ctx0" brushRef="#br0" timeOffset="17583.55">22472 10069 0,'0'0'0,"0"0"0,0 0 16,-3 0-16,3 0 15,-7 21-15,-3 10 16,-7 18-16,-3 10 16,0-4-1,3-3-15,-3 2 16,-1 4-16,-3 11 15,9-11-15,5-15 16,5-14-16,0 4 16,-1 13-16,6 1 15</inkml:trace>
  <inkml:trace contextRef="#ctx0" brushRef="#br0" timeOffset="17800.15">22552 10492 0,'0'0'0,"0"0"0,0 0 16,-3-5-16,3 5 16,0 0-16,0 0 15,32-20 1,5 6-16,12 2 15,-9 2-15,-1 1 16,1-3-16,3-7 16</inkml:trace>
  <inkml:trace contextRef="#ctx0" brushRef="#br0" timeOffset="18367.23">23081 10198 0,'0'0'0,"0"0"16,0 0-16,0 0 16,0 6-16,3 12 15,1 23-15,-1 27 16,-7 8-16,-8 3 16,-6 13-1,2-14 1,1-15-1,5-24-15,6-19 16,1-10-16,3-10 16,0 0-16,0 0 15,0 0-15,-21-38 16,14-16-16,2-11 16,4 3-16,4-4 15,4-1 1,7-3-16,1 5 15,1 13-15,1 10 16,2 7-16,-1 9 16,0 5-16,3 6 15,7 4-15,6 6 16,2 8-16,-2 10 16,-6 2-16,-6 2 15,-7 5-15,-3 1 16,-9 4-1,-8 2-15,-9 4 16,-10 3-16,-6 0 16,-3-7-16,6-8 15,6-8-15,3-7 16,18-6-16</inkml:trace>
  <inkml:trace contextRef="#ctx0" brushRef="#br0" timeOffset="18666.39">23895 10016 0,'0'0'0,"3"3"16,-3-3-16,18 27 15,-7 18-15,-8 19 16,-12 13-1,-12 6-15,-11 5 16,-7-7-16,-13 3 16,-2-5-16,1-12 15,-7 1-15,10-17 16,1-7-16,9-10 16,11-11-16,3-1 15,6-4-15,8-8 16,12-10-1,0 0-15,0 0 16</inkml:trace>
  <inkml:trace contextRef="#ctx0" brushRef="#br0" timeOffset="19634.93">24293 10467 0,'0'0'0,"0"0"0,0 0 15,0 0-15,0 0 16,-1 9-16,-1 15 15,-7 21 1,-2 13-16,-5 3 16,2-6-16,-3 14 31,-1 5-31,2-12 16,5-12-16,6-30 15,1-4-15,2-6 16,2-10-16,-3 12 15,3-12 1,0 0-16,-9-18 16,1-22-16,8-20 15,3-11-15,3 6 16,4-7-16,2 8 16,3 1-16,2 7 15,0 8-15,-1 2 16,0 7-16,-1 1 15,2 3 1,1 2-16,4 10 16,6 4-16,2 3 15,0 6-15,-2 5 16,-4 7-16,-1 7 16,-3 6-16,-2 5 15,-4 7-15,-5 1 16,-7-1-16,-6 3 15,-9-1-15,-7 4 16,-11 2-16,-5-3 16,-1-9-1,6-4-15,8-8 16,8-4-16,15-7 16,0 0-16</inkml:trace>
  <inkml:trace contextRef="#ctx0" brushRef="#br0" timeOffset="20800.11">24793 10575 0,'0'0'0,"0"0"0,0 0 16,0 0-16,-2 3 15,-3 10-15,-7 14 16,-5 14-16,-4 6 16,1 5-16,2-2 15,1-3-15,5-4 16,3-5-16,1-2 15,3-5-15,0-6 16,3-8 0,0-6-16,2-11 15,0 0-15,0 0 16,0 0-16,0 0 16,2-24-16,2-12 15,2-9-15,-2-9 16,7-5-16,5-3 15,7 4-15,1 1 16,-1 6-16,-1 10 16,-1 4-16,-2 7 15,2 6 1,2 2-16,-1 5 16,3 3-16,-1 3 15,0 5-15,3 6 16,-27 0-16,18 3 15,-18-3-15,29 22 16,-13-1-16,-5 7 16,-4 0-1,-5-2-15,-2 2 16,-3 2-16,-21 2 16,-68 46-16,54-52 15,-4-10-15,2-4 16,4-5-16,9-3 15,4-2-15</inkml:trace>
  <inkml:trace contextRef="#ctx0" brushRef="#br0" timeOffset="21417.04">21432 11481 0,'0'0'0,"0"0"16,0 0-16,0 0 15,-6 7-15,-2 10 16,-11 17-16,-8 15 16,-7 11-1,-6 14-15,-3 4 16,4-7-16,6-13 16,16-9-16,22 7 31,24 2-31,14-16 15,4-23-15,4-19 16</inkml:trace>
  <inkml:trace contextRef="#ctx0" brushRef="#br0" timeOffset="21849.65">21695 11599 0,'0'0'0,"0"0"16,0 0-16,0 0 16,-5 7-1,-12 16-15,-12 30 16,-10 23-16,7-6 16,3-3-16,8-10 15,8 0 1,8-15-1,5-18-15,0-24 16,9 11-16,14-22 16,13-8-16,2-7 15,-3-2-15,-17 12 16,-4 7 0,-14 9-16,15-13 15,-15 13-15,0 0 16,21-12-16,-21 12 15,38-4-15,-1 0 16,8 4-16,4 0 16,-3-1-16,-3-11 15,-6-16 1</inkml:trace>
  <inkml:trace contextRef="#ctx0" brushRef="#br0" timeOffset="22333.42">22328 11711 0,'0'0'0,"0"0"0,0 0 0,0 0 0,0 0 16,5 6-16,2 4 15,1 8 1,0 15-16,-8 14 16,-7 9-16,-12-1 15,-1-8-15,-6-2 16,2-9-16,8-9 15,6-11-15,2-3 16,8-13-16,0 0 16,0 0-16,0 0 15,2-15 1,13-19-16,5-11 16,1-12-16,0-5 15,0 0-15,-2 5 16,-2 10-16,0 5 15,6 12-15,-1 12 16,6 6-16,0 7 16,1 8-16,9 6 15,-10 2-15,-1 8 16,-8 3 0,-7-3-16,-6-1 15,-8 1-15,-6 0 16,-12 5-16,3-4 15,1-1-15,1-6 16,15-13-16,-23 6 16,-1-14-16</inkml:trace>
  <inkml:trace contextRef="#ctx0" brushRef="#br0" timeOffset="22570.47">23069 11498 0,'0'0'0,"8"0"0,-8 0 16,39 11-16,-1 3 16,4 7-16,-8 4 15,-9 7 1,-9 11-16,-13 12 16,-20 15-16,-26 16 15,-10-1-15,-11-12 16,-12-7-16,-8-17 15,-14-8-15,-19 8 16,10-35-16,3-10 16,-8-6-16,15-36 15</inkml:trace>
  <inkml:trace contextRef="#ctx0" brushRef="#br0" timeOffset="24017.25">21169 9645 0,'0'0'0,"0"0"16,0 0-16,0 0 15,0 0-15,0 0 16,0 0-16,0 0 16,0 0-1,2 3-15,-2-3 16,0 0-16,0 0 15,0 0-15,0 0 16,0 0-16,16 3 16,-16-3-16,33 0 15,2 0-15,10-2 16,12-3-16,10-12 16,6-6-1,1-1-15,0 2 16,-3-1-16,1 1 15,-7 3-15,0-1 16,0 0-16,8 1 16,9-1-16,6 4 15,2 5-15,-7 0 16,6 1 0,-2 4-16,7 1 15,-10 3-15,-11 2 16,-11 0-16,-8 0 15,-9 0-15,-5 2 16,-6 2-16,-2 1 16,1 0-16,-4 0 15,1 1-15,-2 0 16,2 3 0,2 3-16,-1 0 15,2 0-15,0-1 16,1 0-16,5 3 15,3 1-15,0-1 16,0 0-16,-3-1 16,3 1-16,4 2 15,1 1-15,2 0 16,-1 5-16,-1-1 16,0 3-16,-1-2 15,-3 0 1,2 1-16,1 0 15,2 1-15,-3-3 16,-4-3-16,-5-3 16,-6-4-16,-6-2 15,-6-1-15,-18-8 16,23 9-16,-23-9 16,0 0-16,20 9 15,-20-9 1,22 12-16,-22-12 15,28 20-15,-13-10 16,-3 1-16,-12-11 16,22 17-16,-22-17 15,16 15-15,-16-15 16,14 20-16,-4-9 16,0 2-1,1-2-15</inkml:trace>
  <inkml:trace contextRef="#ctx0" brushRef="#br0" timeOffset="24283.15">24798 10560 0,'0'0'0,"0"0"0,0 0 15,0-2 1,0 2-16,0 0 15,0 0-15,0 0 16</inkml:trace>
  <inkml:trace contextRef="#ctx0" brushRef="#br0" timeOffset="54683.16">10910 7248 0,'0'0'0,"0"0"0,1 3 16,-1-3-16,0 0 16,17-3-1,1-3-15,9-3 16,0 0-16,5-1 15,2-1-15,1 0 16,6 2-16,3 1 16,5 2-16,6 0 15,0-2-15,1 4 16,1 0-16,-4 0 16,-5 1-16,0 1 15,1 0 1,-3-2-16,0 2 15,-3 0-15,-2 0 16,0 1-16,3 0 16,4 0-16,12-1 15,6 1-15,0 0 16,5-1-16,-1 0 16,4 1-16,-2 1 15,-1-4 1,6-2-16,-2-1 15,-1 3-15,-6-2 16,-8 2-16,-1 1 16,-4-1-16,-7 1 15,-4 1-15,-6 0 16,-2 0-16,-2 1 16,0 2-16,4 4 15,1 1 1,3-2-16,1 1 15,0 1-15,0-2 16,0-2-16,4-1 16,2-1-16,1-3 15,0-4-15,-1 0 16,-1 0-16,-1 0 16,-2 1-1,-4-1-15,-3 1 16,-7-1-16,-3 2 15,-6 2-15,-3 0 16,0 0-16,3 1 16,2-1-16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7T12:26:40.62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1502 3305 0,'0'0'0,"0"0"15,0 0-15,0 0 16,0 0-1,0 0-15,0 0 16,13 4-16,15 6 16,29 0-16,19-4 15,-8-6-15,-1-2 16,-3-3-16,1-1 16,-1 2-16,-4-2 15,3 1-15,2 0 16</inkml:trace>
  <inkml:trace contextRef="#ctx0" brushRef="#br0" timeOffset="8349.79">8521 3131 0,'0'0'0,"0"0"0,0 0 16,0 0-16,3 3 15,-3-3-15,4 10 16,6 12-16,15 31 15,8 31-15,-2-1 16,0 1 0,-2-3-16,-1 0 15,-4-10-15,-1-6 16,-3-4-16,1 5 16,0-2-16,-1-1 15,-1-5-15,2-2 16,1-4-16,-1-1 15,-1-3-15,-2-7 16,-3-4 0,-2-7-16,-2-4 15,-3-8-15,-2-4 16</inkml:trace>
  <inkml:trace contextRef="#ctx0" brushRef="#br0" timeOffset="8899.87">9002 3740 0,'0'0'0,"0"0"0,0 0 0,0 0 15,0 0-15,0 0 16,0 0-16,-7 13 16,-9 22-16,-25 46 15,-13 16-15,6-17 16,-4 3-16,10-19 15,-1 0 1,5-10-16,7-11 16,6-11-16,8-8 15,2-5-15,3-3 16,0-1-16,0 1 16,1-1-16,2-2 15,-1-1-15,4-2 16,-1 0-16,3 0 15,1 0-15,-1 1 16,0 0 0,-1 4-16,0 5 15,-6 10-15,-5-1 16,-5 3-16,-5 2 16,-6 2-16,-10 3 15,4-7-15,-2 3 16</inkml:trace>
  <inkml:trace contextRef="#ctx0" brushRef="#br0" timeOffset="10183.56">9710 4269 0,'0'0'0,"0"0"0,0 0 16,0 0-16,0 0 16,0 0-16,0 0 15,4 3-15,-4-3 16,17 20-16,7 1 15,8-1-15,6-1 16,3-4 0,6-4-16,4-8 0,2-8 15,-1-8 1,1-7-16,-3-4 16,-4-6-16,-2-8 15,-1-7-15,-5-5 16,-4 0-16,-7-2 15,-10 4-15,-7 1 16,-6 5-16,-6 6 16,-7 0-1,-4 4-15,-7 0 16,-4 6-16,-8 2 16,-11 5-16,-6 8 15,-10 10-15,-5 11 16,-6 15-16,-2 6 15,9 3-15,7 7 16,10 1-16,6 7 16,8 0-1,7-5-15,9-1 16,6-3-16,6 6 16,7 8-16,9 6 15,10-2-15,11 2 16,12-3-16,10-3 15,3-5-15,8-6 16,3-4-16,8-5 16,3-11-1,7-5-15,-3-9 16,5-8-16,-4-6 16,-8-6-16,-1-8 15,-14-1-15,-4-3 16,-11-2-16,-6 2 15,-4-8-15,-5-7 16,-6-7 0</inkml:trace>
  <inkml:trace contextRef="#ctx0" brushRef="#br0" timeOffset="11066.77">10674 3311 0,'0'0'0,"0"0"0,0 0 16,0 0-16,0 0 16,11-2-1,16 0-15,23-3 16,6-1-16,1 2 16,3-2-16,2 1 15,6 0-15,-5 0 16,-8 0-16,-10 3 15,-6 0-15,-9 0 16,-6 2-16,-9 2 16,-15-2-16,22 2 15</inkml:trace>
  <inkml:trace contextRef="#ctx0" brushRef="#br0" timeOffset="11533.62">11935 2518 0,'0'0'0,"0"0"16,0 0-16,6 2 16,-6-2-16,31 19 15,-3 3-15,3 6 16,0 9 0,-1 3-16,-4 3 15,0-2-15,-4-3 16,-2-2-16,0 4 15,2 2-15,-2-1 16,-1-1-16,-2-3 16,0-2-16,-1-2 15,-4-4-15,1-2 16,-2-4 0,1 2-16,-2-3 15,1 1-15,0 0 16,-5-8-16</inkml:trace>
  <inkml:trace contextRef="#ctx0" brushRef="#br0" timeOffset="11950.17">12159 2877 0,'0'0'0,"0"0"0,0 0 16,0 0 0,0 3-16,0-3 15,-6 35-15,-2 16 16,1 9-16,-1-1 15,-1-1-15,0-2 16,-1 0-16,0 1 16,1-13-16,-4-1 15,3-13-15,-1 1 16,1-5 0,4-6-16,-2-1 15,3-2-15,0-2 16,1-2-16,2-2 15,1 0-15,1-11 16,3 19-16,-3-19 16,21 14-16</inkml:trace>
  <inkml:trace contextRef="#ctx0" brushRef="#br0" timeOffset="12766.67">12707 3011 0,'0'0'0,"0"0"0,0 0 16,0-3-16,0 3 16,16-12-16,2 2 15,9-3-15,6 2 16,4 6-16,0 4 16,-2 3-1,-1 4-15,1 6 16,-3 4-16,-2 6 15,-1 3-15,-6 5 16,-5 3-16,-7 7 16,-6 7-16,-8 13 15,-12 7-15,-8-2 16,-7-6-16,3-11 16,1-12-1,4-7-15,6-12 16,6-3-16,10-14 15,-11 12-15,11-12 16,0 0-16,0 0 16,0 0-16,1-32 15,21-24 1,11-8-16,8-8 0,8-2 16,2 7-1,6-3-15,-3 7 16,-4 7-16,-7 6 15,-7 11-15,-8 7 16,-6 7-16,-7 7 16,-6 7-16,-9 11 15,10-14-15,-10 14 16,0 0-16,0 0 16,0 0-1,-3 27-15,-11 10 16,-5 13-16,-2 6 15,-3 4-15,-1 5 16,5 6-16,9 6 16,7-6-16,5-10 15,11-8-15,13-4 16,6-12-16,16-15 16,9-19-16,28-27 15,13-25 1,7-25-16,2-40 15</inkml:trace>
  <inkml:trace contextRef="#ctx0" brushRef="#br0" timeOffset="14866.7">4894 3491 0,'0'0'0,"0"0"0,0 0 15,0 0-15,0 0 16,0 0-16,0-1 16,0 1-16,0 0 15,0 0-15,0 0 16,28-11-1,7 2-15,13-3 16,0 3-16,-9 3 16,-6 2-16,-11 1 15,-22 3-15,23-2 16,-23 2-16,0 0 16,0 0-16,0 0 15,0 0-15</inkml:trace>
  <inkml:trace contextRef="#ctx0" brushRef="#br0" timeOffset="15300.5">4741 3468 0,'0'0'0,"0"0"0,0 0 16,-5 2-16,5-2 16,0 0-16,0 0 15,-9 11-15,4 7 16,8 32-16,0 26 15,8 11 1,1-2-16,4 9 16,1 3-16,1 1 15,2 5-15,-8-7 16,-5 7-16,-10-3 16,-6-8-16,-5-1 15,-5-11-15,-3-5 16,-9 2-16,-6-6 15,-9-7 1,-6-6-16,-3-11 16,-1-8-16,2-9 15,2-12-15,0-9 16,-3-4-16,6-10 16,1-4-16,7-5 15,7-3-15,6-5 16,4-8-1,7-11-15,12-15 16,10-10-16</inkml:trace>
  <inkml:trace contextRef="#ctx0" brushRef="#br0" timeOffset="15582.87">4416 4383 0,'0'0'0,"0"0"0,0 0 0,0 0 0,0 0 16,6 1-16,18 3 15,21 6-15,18 3 16,5 1-1,1 0-15,4-5 16,5-12-16,2-6 16,-1-12-16,2-14 15,4-12-15,-19-24 16</inkml:trace>
  <inkml:trace contextRef="#ctx0" brushRef="#br0" timeOffset="15949.67">5804 3316 0,'0'0'0,"0"0"0,0 0 15,-3 6-15,-1 12 16,-9 26-16,-10 39 15,-4 19 1,-3 16-16,-3 12 16,1-4-16,-3 8 15,1-2-15,-1-19 16,4-6-16,2-12 16,5-7-16,10-6 15,6-5-15,5-14 16,5 2-16,3-8 15,5-14 1,7-9-16,5-17 16,6-13-16</inkml:trace>
  <inkml:trace contextRef="#ctx0" brushRef="#br0" timeOffset="16599.9">5860 4161 0,'0'0'0,"0"0"0,1-3 16,-1 3-16,12-19 16,5-5-16,5 1 15,0 6-15,-5 7 16,2 6-16,-1 8 15,1 9 1,-3 13-16,-6 24 16,-10 23-16,-13 18 15,-12 3-15,-3-10 16,0-10-16,4-14 16,4-15-16,8-12 15,3-12-15,5-8 16,4-13-16,-7 14 15,7-14-15,0 0 16,0 0 0,33-55-16,11-17 15,2-4-15,2-2 16,1-4-16,-2 2 16,-3 3-16,-5 11 15,-6 12-15,-5 10 16,-5 13-16,-6 12 15,-6 6-15,-11 13 16,0 0 0,0 0-16,16 4 15,-11 25-15,-8 20 16,-7 2-16,-2 2 16,-1-4-16,2-6 15,1-8-15,4-5 16,-1-4-16,2-4 15,2-1-15,3-3 16,4-1-16,6-1 16,3 0-1,5-3-15,6-1 16,9-9-16,5-19 16,11-15-16</inkml:trace>
  <inkml:trace contextRef="#ctx0" brushRef="#br0" timeOffset="17199.43">7048 3496 0,'0'0'0,"0"0"15,0 0-15,0 3 16,0 18-16,-9 39 15,-11 39-15,-9 15 16,-8 8-16,-3 7 16,-4 5-1,2-8-15,-2-1 16,-1 0-16,1-7 16,0 4-16,2-5 15,0-2-15,3-3 16,4-13-16,3-9 15,5-12-15,3-10 16,3-6 0,6-17-16,5-17 15</inkml:trace>
  <inkml:trace contextRef="#ctx0" brushRef="#br0" timeOffset="17566.43">7053 4556 0,'0'0'0,"0"0"0,4 2 16,-4-2-16,17 14 15,5 13-15,0 19 16,1 8-16,-5 6 16,-2 7-16,-2 8 15,-2-4 1,-4-6-16,-2-6 16,0-4-16,-1-5 15,0-3-15,-2-8 16,1-5-16,-2-6 15,0-8-15,1-5 16,-3-15-16,0 0 16</inkml:trace>
  <inkml:trace contextRef="#ctx0" brushRef="#br0" timeOffset="17832.81">7226 5020 0,'0'0'0,"0"0"16,0 0-16,0 0 16,0 0-16,-6 11 15,-8 12 1,-11 21-16,-5 10 16,-6 18-16,-6 8 15,-2 0-15,2 0 16,6-9-16,-1-12 15,-2-7-15,7-14 16,3-8-16,2-9 16,9-8-16,18-13 15,-27-2 1,20-27-16</inkml:trace>
  <inkml:trace contextRef="#ctx0" brushRef="#br0" timeOffset="18299.65">7633 3208 0,'0'0'0,"0"0"0,0 0 16,0 0-16,0 4 15,0 21 1,0 41-16,3 35 16,4 20-16,-2 12 15,2 14-15,-2-1 16,1-10-16,1 8 15,-2-4-15,-1 16 16,-10-5-16,-12-5 16,-5-8-1,-4 6-15,-5-6 16,-47 72 0,6-38-1,-23-6-15,24-49 16,32-66-16,-2-6 15,11-19-15,4-11 16,1-14-16</inkml:trace>
  <inkml:trace contextRef="#ctx0" brushRef="#br0" timeOffset="18633.02">7894 4221 0,'0'0'0,"0"0"16,0 0-16,0 0 16,0 0-16,9 1 15,6 2 1,9 1-16,7-1 16,6 0-16,1 0 15,-3-1-15,-7 0 16,-8 0-16</inkml:trace>
  <inkml:trace contextRef="#ctx0" brushRef="#br0" timeOffset="18833.75">7876 4671 0,'0'0'0,"0"0"0,0 0 0,0 0 16,0 0-16,0 0 15,0 0-15,0 0 16,7 1-16,-7-1 16,45 9-16,-2 0 15,8 2-15,-5-11 16</inkml:trace>
  <inkml:trace contextRef="#ctx0" brushRef="#br0" timeOffset="26283.07">16889 3570 0,'0'0'0,"-7"11"0,7-11 0,-12 20 16,-21 40-16,-13 23 15,-7 12 1,4-3-16,10-9 16,8-10-16,6-18 15,4-4-15,2-8 16,-1 6-16,6-20 15</inkml:trace>
  <inkml:trace contextRef="#ctx0" brushRef="#br0" timeOffset="26901.77">16639 3488 0,'0'0'0,"0"0"15,1-2-15,-1 2 16,18-21 0,17-5-16,20-5 15,3 6-15,0 5 16,-2 7-16,-7 7 15,-5 10-15,-10 4 16,-13 3-16,-10 4 16,-8 9-16,-14 10 15,-26 17-15,-9 9 16,-8-5 0,6-11-16,7-8 15,10-12-15,9-9 16,8-5-16,14-10 15,-13 10-15,13-10 16,0 0-16,0 0 16,23 18-16,3-5 15,6 1 1,4 1-16,-5-2 16,-3 0-16,-3 4 15,-5 4-15,-5 7 16,-9 11-16,-7 4 15,-12 7-15,-11-7 16,-9-2-16,-12 0 16,-13-2-16,-2-6 15,-2-6-15,1-6 16,3-8 0,-1-8-16,6-8 15,8-5-15,9 3 16,12-1-16,5 0 15,19 6-15,-20-18 16</inkml:trace>
  <inkml:trace contextRef="#ctx0" brushRef="#br0" timeOffset="28066.66">17517 3895 0,'0'0'0,"0"0"0,0 0 15,0 0-15,-1 2 16,-2 11-16,-4 12 16,0 11-1,0-7-15,1-5 16,2-7-16,2-5 15,2-12-15,-3 10 16,3-10-16,0 0 16,0 0-16,40-29 15,-1-6-15,-6 2 16,-10 11-16,-8 9 16,-15 13-1,16-14-15,-16 14 16,19 1-16,-19-1 15,30 21-15,-14-5 16,-1 0-16,1-1 16,-1 0-16,3 3 15,1-3-15,10-8 16,10-14 0,10-17-16,9-14 15,-5-15-15,-5-9 16,-8-1-16,-6 1 15,-7 1-15,-7 9 16,-7 11-16,-4 11 16,-5 6-16,-2 7 15,-1 7-15,-1 10 16,1-10 0,-1 10-16,0 0 0,0 0 15,0 0 1,0 0-16,0 0 15,-15 27-15,-3 10 16,0 13-16,1 7 16,4-5-16,1 1 15,-1 8-15,-2 8 16,3 0-16,5-4 16,8-14-16,6-9 15,4-8 1,4-7-16,14-2 15,7-1-15,18-14 16,9-10-16,4-24 16,3-18-16,2-9 15,0-17-15,-2-4 16,-13-1-16,-1-4 16,-8 3-1,-14 8-15,-13 16 16,-8 18-16,-5 13 15,-4 7-15,-4 12 16,0 0-16,3-11 16,-3 11-16,-21 14 15,-27 26-15,-7 31 16,0 3-16,6 12 16,-2 8-1,6-7-15,9-11 16,10-3-16,11-8 15,6-3-15,26-14 32,15-16-32,22-12 15,14-25-15,-9-22 16,2-18-16,-1-6 16,-14 4-16,-13 6 15,-16 10 1,-9 6-16,-11 5 15,-14 1-15,-15 5 16,-22 11-16,-9 9 16,-6 9-16,18 15 15</inkml:trace>
  <inkml:trace contextRef="#ctx0" brushRef="#br0" timeOffset="29015.82">19369 4154 0,'0'0'0,"0"0"16,0 0-16,0 0 15,12-2-15,13 0 16,13-2-16,4 0 16,-1 1-16,0-2 15,-3 3-15,-4-1 16,2 2-16,-5-1 16,-6 2-16,-6 0 15,-3 0-15,-16 0 16,18 3-1,-18-3-15</inkml:trace>
  <inkml:trace contextRef="#ctx0" brushRef="#br0" timeOffset="29283.29">19278 4390 0,'0'0'0,"0"0"15,0 0-15,0 0 16,0 0-16,6 0 16,16 0-16,23 0 15,18 0-15,2 0 16,-5-4-16,-4-4 16,-6-3-16,-10 2 15,-10 1 1,-10 3-16,-20 5 15,18-7-15,-18 7 16,0 0-16</inkml:trace>
  <inkml:trace contextRef="#ctx0" brushRef="#br0" timeOffset="32782.51">20921 3503 0,'0'0'0,"6"0"16,-6 0-16,43-6 15,5-1-15,10-4 16,-1 2 0,-9-1-16,-9 3 15,-14 2-15,-9 1 16,-16 4-16,0 0 16,14-12-16,-21 1 15,-10-6-15,-14 1 16,-11 6-16,-3 6 15,-4 7-15,-5 6 16,-1 5-16,1 7 16,-3 3-1,-3 4-15,1 4 16,0 9-16,-1 5 16,3 4-16,1 3 15,5-2-15,1 3 16,0 5-16,3 3 15,3 5-15,6 0 16,6 7 0,1 6-16,7 1 15,0 5-15,1-6 16,-1 1-16,2 2 16,-1-2-16,-4 1 15,-7-2-15,-6-5 16,0-9-16,5-17 15,10-15-15,9-13 16,5-9-16,11-12 16,-9 10-1,9-10-15,20 9 16,39 3-16,36-20 16,3-1-16,0-14 15,-10-5-15,-6-5 16,-10 3-16</inkml:trace>
  <inkml:trace contextRef="#ctx0" brushRef="#br0" timeOffset="33633.44">21272 3891 0,'0'0'0,"0"0"0,0 0 16,3-2-16,-3 2 16,16-10-16,9-4 15,21 1-15,12 0 16,-2 7-16,-8 2 15,-7 4-15,-7 4 16,-8 0-16,-3 4 16,-7 1-16,-1 1 15,-6 4 1,-4 5-16,-10 13 16,-14 15-16,-20 11 15,-16 0-15,-7-4 16,-7-1-16,1-5 15,6-6-15,9-5 16,8-8-16,14-6 16,9-8-16,7-6 15,15-9 1,-15 10-16,15-10 16,0 0-16,0 0 15,0 0-15,0 0 16,65 7-16,9-2 15,1-6-15,-5-3 16,-5 2-16,-8-1 16,-11 3-16,-15-2 15,-9 1 1,-6 1-16,-16 0 16,15 0-16,-15 0 15,0 0-15,0 0 16</inkml:trace>
  <inkml:trace contextRef="#ctx0" brushRef="#br0" timeOffset="33983.23">22088 4359 0,'0'0'0,"0"0"0,0 0 16,0 0-16,0 0 16,-5 6-16,-3 8 15,-6 9-15,-5 11 16,-8 2-16,-4 2 15,-7 2-15,-5 1 16,-1-3-16,1-5 16,6-5-16,8-9 15,7-6-15,22-13 16,-23 14 0,23-14-16,0 0 15</inkml:trace>
  <inkml:trace contextRef="#ctx0" brushRef="#br0" timeOffset="34933.01">22845 3585 0,'0'0'0,"0"0"0,0 0 15,0 0-15,13 0 16,17 0 0,18 0-16,3 2 15,1 7-15,-5 3 16,-4 5-16,-9 1 15,-9 2-15,-8-1 16,-4 3-16,-7 6 16,-12 8-16,-17 11 15,-20 9-15,-18 8 16,-15-5-16,-2-3 16,4-12-1,7-8-15,10-8 16,13-11-16,13-5 15,12-5-15,19-7 16,-16 7-16,16-7 16,0 0-16,0 0 15,0 0-15,42 21 16,14 4 0,12 4-16,1 0 15,3 3-15,-8 2 16,-7 5-16,-3 0 15,-10 0-15,-9 0 16,-11-4-16,-9-3 16,-11-6-16,-14 1 15,-20 4-15,-29 3 16,-26 1 0,-16-8-16,2-9 15,7-6-15,17-7 16,13-1-16,18-2 15,13-2-15,11-2 16,20 2-16,-18-4 16,18 4-16</inkml:trace>
  <inkml:trace contextRef="#ctx0" brushRef="#br0" timeOffset="35283.19">23505 4888 0,'0'0'0,"0"0"16,-3 2-16,-15 6 15,-26 28-15,-19 21 16,2 2-16,4-1 16,9-8-16,6-7 15,10-5-15,4-3 16,6-5 0,6-7-16,5-6 15,11-17-15,-7 12 16,7-12-16,7-16 15</inkml:trace>
  <inkml:trace contextRef="#ctx0" brushRef="#br0" timeOffset="35666.33">23945 3807 0,'0'0'0,"0"0"0,0 0 16,0 0-1,0 0-15,1 2 16,1 9-16,4 15 15,1 29-15,-7 20 16,-7 14-16,-5-4 16,-4-3-16,-2-10 15,1-13-15,0-10 16,3-8-16,2-6 16,2-7-16,2-3 15,2-3 1,3-6-16,1-4 15,2-12-15,-4 13 16,4-13-16</inkml:trace>
  <inkml:trace contextRef="#ctx0" brushRef="#br0" timeOffset="36332.81">24198 3303 0,'0'0'0,"0"0"15,0 0-15,7-1 16,-7 1-16,38-17 16,10 4-16,3 7 15,-5 8-15,-4 4 16,-1 2-16,2 5 16,3 6-16,0 2 15,-5 1 1,6 7-16,-9-1 15,-6 7-15,-9 7 16,-12 6-16,-6 11 16,-14 6-16,-12 7 15,-11 8-15,-7 7 16,-1 1-16,1 3 16,2-1-16,1 0 15,-3 5 1,9 2-16,13 6 15,6 3-15,5-9 16,5-4-16,3-12 16,1-13-16,2-13 15,0-12-15,-2-10 16,0-11-16,-2-7 16,0-4-16,-1-11 15,-1 10 1,1-10-16,-25 9 15,-29-1-15,-40-9 16,-12-8-16,-2-7 16,-3-3-16,-3-2 15,1-1-15,13-1 16</inkml:trace>
  <inkml:trace contextRef="#ctx0" brushRef="#br0" timeOffset="38132.83">11437 5929 0,'0'0'0,"0"0"16,0 0-16,8 4 15,-8-4-15,15 9 16,1 2-16</inkml:trace>
  <inkml:trace contextRef="#ctx0" brushRef="#br0" timeOffset="40449.57">11403 5888 0,'0'0'0,"0"0"16,0 0-16,0 0 15,0 0-15,0 3 16,0-3-16,12 30 15,2 0-15,8 11 16,7 6-16,7 3 16,1-1-1,3 1-15,3 4 16,2 4-16,2-2 16,-3-4-16,1-1 15,-5-7-15,-4-2 16,0-4-16,-6-4 15,-3-3-15,-6-6 16,-4-6-16,-3-2 16,-14-17-1</inkml:trace>
  <inkml:trace contextRef="#ctx0" brushRef="#br0" timeOffset="40815.62">11736 6392 0,'0'0'0,"0"0"0,0 0 16,0 0 0,0 0-16,-1 3 15,-11 9-15,-12 14 16,-13 13-16,0 3 15,0-2-15,-1 2 16,1-2-16,1-1 16,5-4-16,3-5 15,5-5 1,4-5-16,6-5 16,0 0-16,1-1 15,-4 4-15,-3 8 16,-4 9-16,1 9 15,4 0-15,6-5 16,12-8-16</inkml:trace>
  <inkml:trace contextRef="#ctx0" brushRef="#br0" timeOffset="41566.32">12221 5768 0,'0'0'0,"-5"-5"0,5 5 0,0 0 15,-27-24-15,-1 3 16,-7 2-16,-3 2 16,-4 2-16,-8 1 15,-8 2-15,-9 10 16,-14 14 0,-12 9-16,-6 12 15,4 4-15,3 6 16,2 6-16,1 12 15,5 8-15,3 4 16,4 0-16,9 1 16,6 3-16,12-2 15,6-1 1,7 1-16,8 4 16,9 1-16,11 5 15,11 1-15,9 2 16,13-2-16,19-1 15,13-8-15,18-1 16,20 0-16,14-8 16,18-9-16,15-17 15,9-14 1,119-53 0,-48-35-1,27-25-15,-63 1 16,-80-5-16,13-3 15,-16-20-15,-17-16 16,-13 21-16,-13-8 16,-20 4-16,-10 10 15,-12 2 1,-14 10-16,-14 12 16,-19-2-16,-2 5 15,-8 11-15,-2 16 16,0 5-16,-9 11 15,-9 2-15,-11 10 16,-12 17-16,-14 17 16,-23 22-16,-20 23 15</inkml:trace>
  <inkml:trace contextRef="#ctx0" brushRef="#br0" timeOffset="46316.52">6600 7839 0,'0'0'0,"0"0"16,-4 7-16,-4 10 15,-7 20-15,-1 21 16,2 5 0,0 7-16,4 7 15,2 6-15,2-2 16,2-4-16,2 3 16,0 0-16,2-3 15,0-9-15,0-1 16,0 2-16,3-4 15,0-6-15,-1-5 16,1-8 0,1-11-16</inkml:trace>
  <inkml:trace contextRef="#ctx0" brushRef="#br0" timeOffset="46716.3">7387 7892 0,'0'0'0,"0"0"0,0 0 16,0 0-16,0 0 15,0 4-15,-5 16 16,-4 25-16,-4 24 16,1 7-1,-1 6-15,-1 13 16,1 1-16,-1-2 16,-1 0-16,1-7 15,-2-6-15,2-14 16,3-6-16,-2-2 15,6-15-15,-1-9 16,1-5 0,-1-5-16,1-1 15,-3-5-15</inkml:trace>
  <inkml:trace contextRef="#ctx0" brushRef="#br0" timeOffset="47199.65">5994 7995 0,'0'0'0,"0"0"0,0 0 16,0 0-1,0 0-15,0 0 16,7-4-16,14-4 16,29-4-16,27 0 15,14 3-15,14-1 16,2 3-16,11-3 15,4 1-15,3 1 16,-3-6-16,-2-3 16,-9 2-1,-11-1-15,-7 2 16,-10 2-16,-12 1 16,-16 3-16,-14 3 15,-13 2-15,-11-1 16,-17 4-16,17 0 15,-17 0-15,0 0 16,0 0 0,0 0-16,15 6 15</inkml:trace>
  <inkml:trace contextRef="#ctx0" brushRef="#br0" timeOffset="49969.6">8214 8681 0,'0'0'0,"0"0"16,0 0-16,0 0 15,0 0-15,10 2 16,17 4-16,27 7 16,18-4-16,7-2 15,0-6-15,-5 0 16,-11-1 0,-18-4-16</inkml:trace>
  <inkml:trace contextRef="#ctx0" brushRef="#br0" timeOffset="50166.18">8252 8948 0,'0'0'0,"0"2"0,0-2 16,0 0-16,0 0 15,0 0 1,38 16-16,13-10 15,15-18-15,11-13 16,10-11-16</inkml:trace>
  <inkml:trace contextRef="#ctx0" brushRef="#br0" timeOffset="50499.29">8569 8489 0,'0'0'0,"0"0"16,0 0-16,0 0 15,4 2-15,-4-2 16,30 26-16,10 7 16,10 9-1,6 4-15,-8-5 16,-4-4-16,-7-6 15,-11-9-15,-5-6 16,-8-3-16,-13-13 16,14 16-16,-14-16 15,-18 39-15,-43 31 16,-32 20-16,1-19 16,-13-7 15</inkml:trace>
  <inkml:trace contextRef="#ctx0" brushRef="#br0" timeOffset="51033.26">10020 8024 0,'0'0'0,"0"0"0,0 0 15,0 0-15,0 0 16,0 0-16,1 7 16,3 11-1,14 17-15,5 10 16,7 5-16,0 2 15,2 1-15,-2-3 16,-3-7-16,-4-4 16,-1-4-16,-2-1 15,0-1-15,-1 1 16,-3 3-16,-1 0 16,-4 3-1,-3-4-15,-3-1 16,-4-1-16,-3 1 15,-2-5-15</inkml:trace>
  <inkml:trace contextRef="#ctx0" brushRef="#br0" timeOffset="51466.45">10242 8586 0,'0'0'0,"0"0"0,0 0 0,-4 0 16,4 0-16,0 0 16,0 0-16,0 0 15,0 0-15,0 0 16,-17 3-16,17-3 16,-18 14-16,-12 11 15,-8 9 1,0 2-16,0-3 15,-3 5-15,0-3 16,7-5-16,8-6 16,6-5-16,5-4 15,2-1-15,13-14 16,-17 17-16,17-17 16,-14 15-16,14-15 15,0 0 1,-7 10-16,7-10 15,0 0-15,0 0 16,0 0-16,0 0 16,3 9-16,-3-9 15,0 0-15</inkml:trace>
  <inkml:trace contextRef="#ctx0" brushRef="#br0" timeOffset="52566.49">11024 8787 0,'0'0'0,"0"0"15,0 0-15,0 0 16,0 0-16,10 2 15,-10-2 1,35 2-16,-4-4 16,13-3-16,5-10 15,-2-6-15,-4-7 16,-6-1-16,-9-2 16,-8 3-16,-7 4 15,-7 2-15,-2 5 16,-2 2-1,-4 4-15,-2-1 16,-7 1-16,-17 4 16,-21 5-16,-14 9 15,-2 12-15,0 11 16,9 5-16,3 3 16,11-2-16,8-4 15,4 1-15,6-4 16,2 0-1,7-2-15,6 0 16,2 0-16,6 1 16,7 2-16,3-2 15,12 0-15,9-1 16,7-3-16,6-6 16,9-2-16,6-7 15,0-5-15,-5-4 16,-2-4-1,-5-2-15,-5-5 16,-5-1-16,-4-2 16,0-7-16</inkml:trace>
  <inkml:trace contextRef="#ctx0" brushRef="#br0" timeOffset="53116.15">11487 8149 0,'0'0'0,"0"0"0,0 0 0,0 0 16,4 0-16,-4 0 16,32 0-16,-1 0 15,3 0-15,1 0 16,-1 0-16,-1 0 15,-2 0 1,-1 0-16,-7 0 16,-5 0-16,-18 0 15,23 0-15,-23 0 16,0 0-16,0 0 16,0 0-16,0 0 15</inkml:trace>
  <inkml:trace contextRef="#ctx0" brushRef="#br0" timeOffset="53999.19">12131 7761 0,'0'0'0,"0"0"0,0 0 16,0 0-16,0 0 15,6-2-15,-6 2 16,0 0-16,0 0 15,22-6 1,-6 3-16,6-3 16,5-1-16,4 1 15,0 1-15,0 1 16,-5 3-16,-2 1 16,-3 1-16,-5 2 15,0 1-15,-16-4 16,21 11-16,-21-11 15,14 18-15,-10-2 16,-8 9 0,-7 10-16,-10 8 15,-9 3-15,-4-3 16,-1-3-16,-1-2 16,-4-4-16,2-7 15,7-7-15,7-5 16,7-5-16,17-10 15,-21 13-15,21-13 16,0 0 0,0 0-16,-15 6 15,15-6-15,0 0 16,0 0-16,0 0 16,0 0-16,0 0 15,34 10-15,-1-3 16,4-1-16,2 0 15,-1-3-15,-4 0 16,-7 0 0,-6-2-16,-21-1 15,22 1-15,-22-1 16,0 0-16,0 0 16,0 0-16,0 0 15</inkml:trace>
  <inkml:trace contextRef="#ctx0" brushRef="#br0" timeOffset="55399.17">12945 7714 0,'0'0'0,"0"0"0,0 0 16,2 8-16,6 7 15,2 10-15,4 9 16,3 6-16,1 4 16,2 6-1,-2-4-15,-1-6 16,-4-7-16,-4-8 16,-1-6-16,-3-3 15,-1-4-15,-4-12 16</inkml:trace>
  <inkml:trace contextRef="#ctx0" brushRef="#br0" timeOffset="55699.17">12978 7976 0,'0'0'0,"0"0"15,0 0-15,0 0 16,0 0-16,0 0 15,-5-1-15,5 1 16,0 0-16,0 0 16,-14 13-1,-5 8-15,-7 7 16,-3 4-16,-2 2 16,-2-1-16,-2 0 15,2-4-15,9-9 16,5-3-16,5-6 15,14-11-15,-16 13 16,16-13-16,0 0 16,0 0-1</inkml:trace>
  <inkml:trace contextRef="#ctx0" brushRef="#br0" timeOffset="56999.52">13427 8787 0,'0'0'0,"0"0"0,0 0 15,0-3-15,0 3 16,0 0-16,0 0 15,0 0-15,0 0 16,0 0-16,0 0 16,0 0-16,0 0 15,0 0-15,0 0 16,0 0-16,0 0 16,0 0-1,0 0-15,0 0 16</inkml:trace>
  <inkml:trace contextRef="#ctx0" brushRef="#br0" timeOffset="57549.2">14309 8130 0,'0'0'0,"0"0"16,4 4-16,-4-4 15,28 28-15,3 1 16,5 7-16,4 6 16,-4 0-16,-2 2 15,-3-3-15,-4-4 16,-2-4 0,-2 1-16,3 1 15,-2 4-15,0-4 16,-2-2-16,-1-2 15,-1-2-15,-4-5 16</inkml:trace>
  <inkml:trace contextRef="#ctx0" brushRef="#br0" timeOffset="57916.8">14730 8528 0,'0'0'0,"0"0"16,0 0-16,0 0 15,0 0-15,0 0 16,-9 6-16,-7 9 16,-13 14-1,-7 9-15,8-8 16,4-3-16,1-4 15,6-3-15,0-1 16,3-4-16,0 0 16,1 0-16,1-3 15,12-12-15,-16 18 16,16-18-16,-18 22 16,10-7-1,3 0-15,1 0 16,4-15-16,4 14 15</inkml:trace>
  <inkml:trace contextRef="#ctx0" brushRef="#br0" timeOffset="58500.18">15267 8589 0,'0'0'0,"0"0"0,0 0 0,0 0 16,0 0-16,0 0 15,0 0-15,0 0 16,0 0-16,0 0 16,0 0-1,0 0-15,0 0 16,0 0-16,9-6 15,16-11-15,11-9 16,3 1-16,-12 2 16,-3 3-16,-2-3 15,-5 1-15,-6 3 16,-2 1 0,-7 3-16,0 2 15,-2 2-15,0 11 16,-4-15-16,4 15 15,-14-12-15,14 12 16,-23-2-16,8 6 16,-6 4-16,-1 9 15,-3 5-15,3 4 16,2 2-16,3-2 16,6-3-16,3 0 15,2-3 1,4 1-16,2-3 15,5 2-15,3 1 16,6-1-16,12 1 16,9-3-16,10-7 15,8-3-15,0-6 16,-3-5-16,-3-4 16,-5-3-16,-2-3 15,-3-4 1,14-11-16</inkml:trace>
  <inkml:trace contextRef="#ctx0" brushRef="#br0" timeOffset="58914.94">15813 7882 0,'0'0'0,"0"0"0,0 0 15,0 0-15,0-2 16,0 2-16,0 0 16,0 0-16,0 0 15,20-8-15,12-3 16,11-5-1,5-1-15,4-1 16</inkml:trace>
  <inkml:trace contextRef="#ctx0" brushRef="#br0" timeOffset="59533.22">16269 7395 0,'0'0'0,"0"0"0,0-2 15,0 2-15,0 0 16,0 0-16,0 0 16,0 0-16,0 0 15,0 0 1,29-4-16,-14 2 15,-15 2-15,25-3 16,-25 3-16,16 3 16,-16-3-16,14 16 15,-8-4-15,-5 8 16,-7 6-16,-1 3 16,-5 3-16,-2-2 15,2-4 1,-1-3-16,5-7 15,1-4-15,7-12 16,-7 14-16,7-14 16,-3 15-16,7-3 15,10 9-15,9 8 16,6-3-16,3-2 16,-3-5-16,-4-1 15,-2-3-15,-6-3 16,-17-12-1,21 15-15,-21-15 16,0 0-16,11 12 16,-11-12-16,-5 10 15,-5 3-15,-11 4 16,3-5-16,2-4 16,-2-2-16,-2-2 15,-4-4-15,5-4 16,4-10-1</inkml:trace>
  <inkml:trace contextRef="#ctx0" brushRef="#br0" timeOffset="59799.75">17011 7386 0,'0'0'0,"0"0"0,0 0 16,8 4-16,1 5 15,7 7-15,0 4 16,4 13-16,3 5 16,-1 6-16,-5-1 15,-4-7-15,0-1 16,-4-8-1,-2-7-15,-2-5 16,-5-15-16</inkml:trace>
  <inkml:trace contextRef="#ctx0" brushRef="#br0" timeOffset="60016.2">17068 7625 0,'0'0'0,"0"0"0,0 3 16,0-3-16,0 0 16,0 0-16,-35 25 15,3 6-15,-4 6 16,2-2-16,4-4 16,-2 2-16,1-2 15,2 0-15,-2 0 16,6-5-16</inkml:trace>
  <inkml:trace contextRef="#ctx0" brushRef="#br0" timeOffset="60299.17">17190 8719 0,'0'0'0,"0"0"15,0 0-15,0 0 16,0 0-1,0 0-15,0 0 16,0 0-16,0 0 16</inkml:trace>
  <inkml:trace contextRef="#ctx0" brushRef="#br0" timeOffset="60798.83">18199 7978 0,'0'0'0,"0"0"15,0 0-15,0 0 16,0 0-16,3 10 15,5 14 1,5 13-16,1 3 16,2 4-16,0 6 15,4 0-15,0-4 16,-2-6-16,-1-6 16,0-1-16,-3-3 15,1-4-15,-2 0 16,-1-3-16,0 1 15,-2 0 1,-3 3-16</inkml:trace>
  <inkml:trace contextRef="#ctx0" brushRef="#br0" timeOffset="61116.22">18303 8363 0,'0'0'0,"0"0"0,0 0 16,0 0-16,0 0 15,-4 2-15,4-2 16,0 0-16,0 0 16,-12 15-16,-1 4 15,-10 9-15,-2 3 16,-4 2-16,0 2 15,1-2 1,0-1-16,5-6 16,0-3-16,1 1 15,-1-1-15,2 0 16,-2 0-16,2-3 16,6-4-16</inkml:trace>
  <inkml:trace contextRef="#ctx0" brushRef="#br0" timeOffset="61715.69">19122 8516 0,'0'0'0,"0"0"0,0 0 0,0 0 16,0 0 0,-5 0-16,5 0 15,0 0-15,0 0 16,0 0-16,0 0 16,0 0-16,13-17 15,14-9-15,3-5 16,-4 5-16,-1-6 15,-9-1-15,-2 3 16,-1 0 0,-5 9-16,-2 3 15,-3 5-15,-9 3 16,-16-2-16,-19 7 16,-6 7-16,-2 15 15,3 8-15,6 6 16,6 1-16,6 0 15,4-1-15,4-4 16,6-4 0,5-4-16,4-4 15,-1 1-15,5 2 16,7 3-16,8 5 16,21-4-16,8-2 15,18-4-15,-10-5 16,7-6-16,7-9 15,-7-1-15,-4-1 16,-8-1 0,3-6-16,1-6 15,1-4-15,-10-15 16</inkml:trace>
  <inkml:trace contextRef="#ctx0" brushRef="#br0" timeOffset="62266.33">19576 7729 0,'-1'-3'0,"1"3"15,0 0-15,0 0 16,-4-10-16,4 10 15,0 0-15,0 0 16,19-13-16,-3 6 16,0-1-1,0 1-15,4 3 16,4 8-16,4 1 16,-1-1-16,-5 0 15,-4-2-15,-18-2 16,32-23-16,-12 8 15</inkml:trace>
  <inkml:trace contextRef="#ctx0" brushRef="#br0" timeOffset="62949.19">20306 7276 0,'-1'5'0,"1"-5"0,-3 17 16,3-17-16,0 10 16,3 1-16,2 16 15,4 14 1,4 11-16,-1-17 16,-2-2-16,7 8 15,1 4-15,0 2 16,0-4-16,-4-10 15,-2-7-15,4 11 16,-4-9 0,-5 1-16,-3-18 15</inkml:trace>
  <inkml:trace contextRef="#ctx0" brushRef="#br0" timeOffset="63249">20337 7687 0,'0'5'0,"0"-5"0,0 0 16,0 0-16,0 0 15,0 0 1,0 11-16,0-11 16,-5 11-16,-4 4 15,-17 18-15,-6 7 16,3-3-16,1-1 15,5-7-15,3-3 16,1-1-16,-2-1 16,-2-2-16,-1 0 15,1-5 1,2-1-16,1-3 16,4-2-16,0-5 15</inkml:trace>
  <inkml:trace contextRef="#ctx0" brushRef="#br0" timeOffset="70132.94">11327 10077 0,'0'0'0,"0"0"0,0 0 16,0 0-16,4 10 16,5 13-16,6 24 15,4 12-15,4 9 16,-1 0-16,1 0 15,1-2-15,2 2 16,3-2-16,0-7 16,-3-12-16,-4-10 15,-3-9 1,0-4-16,-3-6 16,-6-7-16,-10-11 15</inkml:trace>
  <inkml:trace contextRef="#ctx0" brushRef="#br0" timeOffset="70482.13">11458 10491 0,'0'0'0,"0"0"16,0 0-16,0 0 15,0 0-15,-4 1 16,4-1-16,-9 17 16,-9 14-1,-10 18-15,-1 1 16,1-2-16,-1 1 16,-3-5-16,1-5 15,2-5-15,9-10 16,6-7-16,4-6 15,10-11-15,-8 9 16,8-9-16,0 0 16,0 0-16,0 0 15,0 0 1,7-9-16</inkml:trace>
  <inkml:trace contextRef="#ctx0" brushRef="#br0" timeOffset="71248.69">11792 9745 0,'0'0'0,"0"0"0,0 0 0,-2-3 0,2 3 16,0 0-1,0 0-15,0 0 0,0 0 16,2-12 0,-2 12-16,21-14 15,5 3-15,6 0 16,-1 4-16,-3 1 15,-3 4-15,-3 0 16,-5 2-16,-17 0 16,27 6-16,-27-6 15,23 16 1,-13-4-16,-2 3 16,-4 9-16,-6 6 15,-8 7-15,-5 2 16,-3-4-16,1-6 15,1-10-15,4-5 16,12-14-16,-12 13 16,12-13-16,0 0 15,-9 10 1,9-10-16,0 0 16,0 0-16,14 20 15,5-7-15,5 4 16,5-1-16,0 0 15,-2-3-15,-7-4 16,-4-1-16,-16-8 16,18 9-1,-18-9-15,0 0 16,0 0-16,0 0 16,-4 19-16,-43 7 15,-27 7-15,4-5 16,4-9-16,-5 0 15,1-5-15,13-3 16,17-5-16,13-2 16,9-2-16,18-2 15,-17 3 1,17-3-16,0 0 16,0 0-16</inkml:trace>
  <inkml:trace contextRef="#ctx0" brushRef="#br0" timeOffset="72165.31">12470 10752 0,'0'0'0,"0"0"0,0 0 0,0 0 0,0 0 15,5 0-15,-5 0 16,0 0-16,18 0 15,5-2-15,14-6 16,10-12-16,4-11 16,-2-3-16,-1-7 15,-8 4 1,-10 5-16,-6 2 16,-7 4-16,-4 1 15,-4 1-15,-5 6 16,-6 4-16,-2 2 15,-8 2-15,-11-1 16,-14 9-16,-18 8 16,-7 11-16,3 7 15,9 4-15,7 2 16,5 5 0,8 2-16,4 2 15,7-3-15,6-2 16,5-4-16,4-2 15,4 1-15,6 1 16,9 2-16,9 1 16,10-4-16,15-5 15,9-8-15,11-4 16,-1-7-16,2-10 16,-7-3-1,-9-7-15,-7-3 16,-11 4-16,-4-2 15,-8-3-15</inkml:trace>
  <inkml:trace contextRef="#ctx0" brushRef="#br0" timeOffset="74432.5">12853 10009 0,'0'0'0,"0"0"0,0 0 15,0 0-15,0 4 16,0-4-16,0 0 16,0 0-16,0 0 15,0 0-15,21 7 16,4-4-16,8-1 16,2-2-16,3 0 15,-4-1-15,-3 0 16,-4-1-1,-4 1-15,-7 0 16,-16 1-16,26-3 16,-26 3-16,28-3 15</inkml:trace>
  <inkml:trace contextRef="#ctx0" brushRef="#br0" timeOffset="75033.17">13821 9595 0,'0'0'0,"0"0"15,0 0-15,-2 4 16,2-4-16,-9 19 16,-5 8-16,-11 11 15,-2-1-15,0-3 16,1-4-16,3-1 16,0-1-16,0 2 15,5-1-15,5-2 16,5 0-16,3-3 15,4-2 1,1-5-16,2-2 16,4 0-16,6-1 15,7 0-15,6-3 16,4-3-16,-2-8 16,2-4-16,0-7 15,-3-2-15,-4-1 16,-6 2-1,-4 0-15,-3 1 16,-9 11-16,10-17 16,-12 4-16,-5 0 15,-9-6-15,-9 0 16,-4 5-16,-4 4 16,1 8-16,1 3 15,4 6-15,2 2 16,6 2-1,5 2-15</inkml:trace>
  <inkml:trace contextRef="#ctx0" brushRef="#br0" timeOffset="75332.78">14414 9699 0,'0'0'0,"0"0"16,0 0-16,0 0 16,0 5-16,0-5 15,10 22-15,-2-5 16,1 7-1,3 1-15,2 2 16,-1 3-16,2-2 16,-1-4-16,-1-3 15,-6-10-15</inkml:trace>
  <inkml:trace contextRef="#ctx0" brushRef="#br0" timeOffset="75549.98">14438 9823 0,'0'0'0,"0"0"16,0 0-16,0 0 16,-11 7-16,-6 6 15,-8 11-15,-2 5 16,5-2-1,3 1-15,-2 3 16,2-4-16,1 1 16</inkml:trace>
  <inkml:trace contextRef="#ctx0" brushRef="#br0" timeOffset="76699.17">9468 9894 0,'0'0'0,"0"0"0,0 0 16,0 0-16,0 0 16,0 0-16,-2 6 15,-3 6-15,-6 19 16,-5 18-16,-5 15 15,-5-2 1,1 1-16,-6 5 16,0-2-16,4-12 15,2-5-15,4-6 16,3-6-16,3-6 16,5-8-16,1-3 15,3-3-15,3 6 16,6 7-16,5 0 15,6 1-15,6-12 16,10-4 0,10-4-16,11-9 15,2-6-15,4-5 16,-4 2-16,-5-1 16,-1 0-16,-6 1 15,-3 1-15,-6 1 16,-5 1-16,-7 1 15,-4 1-15,0-1 16,0 2 0,-1 0-16,-15 1 15</inkml:trace>
  <inkml:trace contextRef="#ctx0" brushRef="#br0" timeOffset="77066.09">10659 9719 0,'-2'5'0,"-15"18"16,-12 19-16,-40 58 15,2 9-15,10 3 16,8-3-16,10-1 16,9 0-16,14-11 15,15 7-15,11-6 16,21 2-16,12 3 15,17-13-15,21-5 16,14-19 0,14-14-16</inkml:trace>
  <inkml:trace contextRef="#ctx0" brushRef="#br0" timeOffset="77649.48">14687 9403 0,'0'0'0,"0"-4"0,0 4 15,0 0-15,0 0 16,0 0-16,0 0 16,0 0-1,37 45-15,5 17 16,10 10-16,2 7 16,0 3-16,-4 7 15,-6 1-15,-6-5 16,-12-4-16,-7 1 15,-11-3-15,-9 1 16,-12-8-16,-14 3 16,-9 1-1,-15 3-15,-8 3 16,7-15-16,4-3 16,6-10-16,10-5 15,9-6-15,14-9 16</inkml:trace>
  <inkml:trace contextRef="#ctx0" brushRef="#br0" timeOffset="77949.49">15984 10439 0,'0'0'0,"0"0"16,0 0-1,0 0-15,0 0 16,0 0-16,14 0 16,12-3-16,21-2 15,9-1-15,-5 1 16,-4-3-16,-6 4 15,-3-1-15,-8 0 16,-11 1-16,-19 4 16,0 0-16</inkml:trace>
  <inkml:trace contextRef="#ctx0" brushRef="#br0" timeOffset="78199.3">15728 10665 0,'0'0'0,"0"0"0,0 3 16,0-3-16,0 0 16,0 0-16,0 0 15,0 0 1,0 0-16,45 10 16,16-16-16,15-4 15,0-4-15,0-3 16,-2-2-16,-3 0 15,-12 1-15,-5 3 16,-6 0-16,-6 2 16,-1 2-16,-3 0 15</inkml:trace>
  <inkml:trace contextRef="#ctx0" brushRef="#br0" timeOffset="79032.3">17135 9809 0,'0'0'0,"5"0"0,-5 0 15,31 0 1,11 0-16,12 0 16,0 0-16,-4 1 15,-1 4-15,-5 4 16,-9 2-16,-12 1 15,-5-1-15,-9 4 16,-7 4-16,-6 11 16,-16 13-16,-11 5 15,-6-9 1,9-12-16,9-10 16,6-7-16,13-10 15,-15 12-15,15-12 16,0 0-16,0 0 15,-9 11-15,14 6 16,15 16-16,14 8 16,7 2-16,4-2 15,-2-2 1,-4-9-16,-10-6 16,-7-7-16,-7-4 15,-15-13-15,12 18 16,-20-4-16,-15 6 15,-22 8-15,-19-5 16,-15-4-16,-3-3 16,2-8-16,6-6 15,11-2-15,12-2 16,19 0 0,9 0-16,23 2 15,-21-3-15,21 3 16,6-15-16</inkml:trace>
  <inkml:trace contextRef="#ctx0" brushRef="#br0" timeOffset="80082.48">18605 9625 0,'0'0'0,"0"0"0,0 0 15,0 0-15,0 3 16,-4 13-16,-1 16 16,-7 11-1,-5 3-15,-4 8 16,-5 4-16,-4 1 15,-2-4-15,3-7 16,0-7-16,4-5 16,2-6-16,5-8 15,7-7-15,1-3 16,10-12 0,-10 12-16,10-12 15,-7 11-15,6-1 16,6 5-16,5 5 15,5 1-15,4-1 16,3-1-16,7-4 16,6-7-16,17-20 15</inkml:trace>
  <inkml:trace contextRef="#ctx0" brushRef="#br0" timeOffset="80898.94">18873 10036 0,'0'0'0,"0"0"0,0 0 0,-4 0 16,4 0-16,0 0 16,0 0-1,0 0-15,0 0 16,-15 16-16,15-16 15,-1 16-15,1-16 16,8 18-16,-2-8 16,6 2-16,12-2 15,7-6-15,14-8 16,-6-8-16,-8-6 16,-6-1-1,-7-1-15,-3 0 16,-7 0-16,-3 2 15,-4 3-15,-2 5 16,1 10-16,-8-17 16,8 17-16,-13-11 15,13 11-15,0 0 16,0 0 0,0 0-16,0 0 15,0 0-15,22-18 16,34-3-16,28-6 15,-9 3-15,-6 2 16,-11 4-16,-12 1 16,-9 2-16,-11 2 15,-8 4-15,-18 9 16,21-12-16,-21 12 16,0 0-1,0 0-15,0 0 16,19 3-16,-13 11 15,-2 14-15,-8 17 16,-10 19-16,-7 12 16,-9-2-16,-1-2 15,3-14-15,-6 5 16,0-5-16,3-16 16,-10 0-1,-2-9-15,-9-8 16,-7-3-16,13-15 15,11-9-15,7-3 16,8-8-16,6-10 16,2-9-16,7-8 15,12-3-15,9 2 16,22 1-16,3 2 16,2 6-16,10 4 15,-1 5 1,8-1-16,9-6 15,-4 1-15</inkml:trace>
  <inkml:trace contextRef="#ctx0" brushRef="#br0" timeOffset="81248.99">20210 9587 0,'0'0'0,"0"0"0,1 3 16,-1-3-16,12 29 16,2 3-16,7 4 15,-1-1 1,1-1-16,-4-4 15,-1-4-15,-1 1 16,0 0-16,-2 0 16,0 2-16,-5-5 15,-3-4-15,-3-8 16,-2-1-16,0-11 16</inkml:trace>
  <inkml:trace contextRef="#ctx0" brushRef="#br0" timeOffset="81516.03">20170 9824 0,'0'0'0,"0"0"0,0 0 0,0 0 16,0 0-16,-4 7 15,-3 10 1,-13 16-16,-3 4 15,2-2-15,-3-1 16,1-2-16,0-4 16,-1-1-16,2-5 15,-1 0-15,1 0 16,1-1-16,3-2 16,0-1-16,7-7 15,11-11 1</inkml:trace>
  <inkml:trace contextRef="#ctx0" brushRef="#br0" timeOffset="81784.16">20765 10000 0,'0'0'0,"0"0"0,0 0 16,9 0-16,-9 0 16,39 0-16,-6 0 15,3 0-15,-2 3 16,-6-2-16,-4 1 16,-6-1-16,-18-1 15,26 2-15,-26-2 16,0 0-1,15 0-15,-15 0 16,0 0-16</inkml:trace>
  <inkml:trace contextRef="#ctx0" brushRef="#br0" timeOffset="83299.05">22138 9534 0,'-1'2'0,"1"-2"16,0 0-16,0 0 15,0 0-15,0 0 16,-7 12-1,7-12-15,-47 23 16,-2-1-16,-7 3 16,2-2-16,-2 2 15,-2 3-15,10 0 16,6 4-16,7 0 16,6-1-16,6 4 15,6 2-15,7-1 16,9 4-16,7-2 15,11 4 1,9-2-16,10-2 16,3-5-16,5-10 15,3-2-15,8-7 16,-6-6-16,-5-6 16,-9-6-16,-4-3 15,-5-5-15,-7 0 16,-6-1-1,-4-1-15,-5-6 16,-16-4-16,-9-7 16,-13 0-16,-19 5 15,-8 2-15,-8 7 16,5 9-16,9 5 16,11 6-16,13-1 15,8 0-15,23-2 16,-19 6-16,19-6 15,0 0-15,15 11 16</inkml:trace>
  <inkml:trace contextRef="#ctx0" brushRef="#br0" timeOffset="85349.07">12392 11254 0,'0'0'0,"0"0"0,0 0 16,0 0-16,0 0 15,0 0-15,5 0 16,-5 0-16,29 3 16,7 1-1,10 0-15,8 2 16,0-1-16,2 0 16,4 0-16,-3 0 15,-3-4-15,-5-1 16,-7-1-16,-5-2 15,-4 0-15,-3-1 16,-5 3-16,-2-4 16,-4 2-1,-19 3-15,26-3 16,-26 3-16,0 0 16,0 0-16</inkml:trace>
  <inkml:trace contextRef="#ctx0" brushRef="#br0" timeOffset="85748.87">12222 11435 0,'0'0'0,"0"0"0,0 0 15,0 0-15,0 0 16,7 0-16,11 0 16,23 0-1,22 0-15,7-2 16,2 0-16,5-5 16,-1 2-16,5-5 15,-2-1-15,-5-1 16,4 0-16,-5 0 15,-7 1-15,-8 3 16,-7-1-16,-9 2 16,-13 5-16,-8-2 15,-21 4 1,19-2-16,-19 2 16,0 0-16,0 0 15</inkml:trace>
  <inkml:trace contextRef="#ctx0" brushRef="#br0" timeOffset="86115.7">12509 11235 0,'0'0'0,"0"0"0,0 0 15,0 0-15,5 2 16,-5-2-16,41 10 16,10 2-16,12 2 15,14-2 1,10-6-16,1-6 16,2-5-16,0 0 15,-4-4-15,-9 1 16,-12-2-16,-11-1 15,-13 1-15,-9 3 16,-9 2-16,-23 5 16,22-5-16,-22 5 15,0 0 1,0 0-16,0 0 16</inkml:trace>
  <inkml:trace contextRef="#ctx0" brushRef="#br0" timeOffset="86415.07">12450 11383 0,'0'0'0,"0"0"15,0 0-15,0 0 16,0 0-16,9 0 15,-9 0-15,41-4 16,13 0-16,16 0 16,6-1-1,3-1-15,1 1 16,0 0-16,-3-1 16,-5 3-16,-8-4 15,-9 0-15,-9-3 16,-9 2-16,-13 0 15,-24 8-15</inkml:trace>
  <inkml:trace contextRef="#ctx0" brushRef="#br0" timeOffset="86698.83">12495 11416 0,'0'0'0,"0"0"15,0 0-15,0 0 16,0 0 0,12-3-16,16-2 15,30-1-15,11 2 16,7 1-16,-1 2 15,0-2-15,-1 2 16,-4 1-16,-9-4 16,-5-3-16,-10-4 15</inkml:trace>
  <inkml:trace contextRef="#ctx0" brushRef="#br0" timeOffset="88615.88">22642 9456 0,'0'0'0,"0"0"0,0 0 0,7-2 16,-7 2-16,0 0 15,27 12-15,-8 7 16,5 12-16,3 9 16,1 8-16,4 3 15,-3-1 1,0-1-16,2 0 15,-3 0-15,-3-5 16,-5-2-16,-5-10 16,-3-2-16,-5-10 15,0-4-15,-4-6 16,-3-10-16</inkml:trace>
  <inkml:trace contextRef="#ctx0" brushRef="#br0" timeOffset="88915.77">22816 9845 0,'0'0'0,"0"0"0,0 0 16,0 0-1,-4 10-15,-9 12 16,-12 19-16,1 1 15,-3 1-15,-1-3 16,4-8-16,0-1 16,7-8-16,3-4 15,0 1-15,2-3 16,-2 3-16,0 1 16,-1 2-16,-1 4 15,3 4 1,2 1-16,2-6 15,2-7-15</inkml:trace>
  <inkml:trace contextRef="#ctx0" brushRef="#br0" timeOffset="90365.67">23582 9912 0,'0'0'0,"0"0"0,0 0 16,0 0-16,0 0 15,0 0-15,0 0 16,0 0-16,0 0 15,8 0 1,14 0-16,23 0 16,15 0-16,0 0 15,-4 0-15,-9 0 16,-8 0-16,-8 0 16,-14 0-16</inkml:trace>
  <inkml:trace contextRef="#ctx0" brushRef="#br0" timeOffset="90582.07">23362 10204 0,'0'0'0,"0"0"16,0 0-16,0 0 15,4 0-15,16 0 16,30 1-16,25 1 15,6-2 1,-1 2-16,2-7 16,-3-14-16,-7-2 15</inkml:trace>
  <inkml:trace contextRef="#ctx0" brushRef="#br0" timeOffset="91066.12">24458 10024 0,'0'0'0,"0"0"16,0 0-16,0 0 15,0 0-15,0 0 16,0 0-16,0 0 16,0 0-16,0 0 15,0 0-15,0 0 16,-3 5-16,3-5 15,-4 27 1,7-3-16,4 8 16,6 0-16,1-4 15,3-5-15,3-5 16,2-5-16,6-6 16,7-4-16,2-10 15,7-9-15,-7-5 16,-5-5-1,-10-4-15,-6-2 16,-5-1-16,-11 2 16,-11-3-16,-16-2 15,-16 4-15,-22 4 16,-7 4-16,-5 10 16,3 8-16,6 7 15,11 7-15,6 6 16,3 2-16,3 3 15,7-1 1,2 0-16,13-8 16</inkml:trace>
  <inkml:trace contextRef="#ctx0" brushRef="#br0" timeOffset="91648.32">18006 11204 0,'0'0'0,"0"0"0,0 0 16,0 0-16,0 0 16,0 0-16,4 7 15,5 6-15,9 17 16,8 7-16,2 5 15,1 0 1,1-1-16,-1-4 16,-5-3-16,1 0 15,0-1-15,-3-1 16,-1-3-16,-4-6 16,-3-2-16,-2-4 15,-3-2-15,1-1 16,-3-2-16</inkml:trace>
  <inkml:trace contextRef="#ctx0" brushRef="#br0" timeOffset="91982.28">18291 11436 0,'0'0'0,"0"0"0,0 0 0,0 0 0,0 0 15,0 0-15,-2 1 16,2-1-16,0 0 16,0 0-1,-21 28-15,-8 11 16,-7 4-16,9-9 16,2-6-16,-6 7 15,-4-1-15,1-1 16,6-9-16,10-5 15,4-7-15,14-12 16,-14 14 0,14-14-16,0 0 15,0 0-15,-11 11 16,11-11-16</inkml:trace>
  <inkml:trace contextRef="#ctx0" brushRef="#br0" timeOffset="92398.65">19112 11463 0,'0'0'0,"0"0"15,-4-3-15,4 3 16,0 0-16,0 0 15,0 0-15,0 0 16,24-8 0,2 4-16,12-4 15,17 3-15,-8-1 16,2 3-16,-6 1 16,-6 0-16,-1 1 15,-8 0-15,-5 0 16,-6 1-16,-17 0 15</inkml:trace>
  <inkml:trace contextRef="#ctx0" brushRef="#br0" timeOffset="92765.92">18835 11841 0,'0'0'0,"0"0"0,0 0 16,0 0-16,0 0 16,4 0-1,-4 0-15,0 0 16,23 0-16,24 0 16,16-5-16,19-8 15,-12-6-15,5 0 16,4-2-16,-10 1 15,-1 1-15,-8 2 16,-14 5-16,-4-1 16,-9 3-1,-9 2-15,-6 4 16,-18 4-16,20-8 16,-20 8-16,0 0 15,0 0-15,0 0 16</inkml:trace>
  <inkml:trace contextRef="#ctx0" brushRef="#br0" timeOffset="97565.63">17720 11394 0,'0'0'0,"0"0"15,0 0-15,8-4 16,8-4-16,15-6 16,17-10-16,15-1 15,4 5-15,-3 5 16,-8 4-16,-5 7 16,-3 7-16,-10 5 15,-6 3 1,-10 0-16,-8 2 15,-5 3-15,-4 6 16,-8 4-16,-7 11 16,-7 2-16,-4 0 15,1-8-15,5-11 16,3-5-16,12-15 16,-12 16-16,12-16 15,0 0-15,0 0 16,-8 15-1,17 3-15,5 10 16,8 7-16,1 0 16,-1 1-16,3 1 15,-4 2-15,-6 1 16,-6-1-16,-11-2 16,-7-2-16,-14 1 15,-13 3-15,-14-5 16,-15-2-1,-4-4-15,-5-6 16,3-9-16,1-6 16,7-5-16,10-2 15,14-5-15,8 0 16,8 0-16,23 5 16,-25-9-16,25 9 15,-4-13-15,13-4 16,13-5-1,18-1-15,11 1 16,3 5-16,-6 2 16</inkml:trace>
  <inkml:trace contextRef="#ctx0" brushRef="#br0" timeOffset="97949.84">17152 12519 0,'0'0'0,"0"0"16,-4 0-16,4 0 16,0 0-16,0 0 15,0 0-15,0 0 16,0 0-16,68 0 15,12 0 1,7 0-16,6-5 16,10-1-16,-6-2 15,2-1-15,-3 1 16,-7 3-16,-1-2 16,-8 0-16,-6 2 15,-10 0-15,-14 1 16,-8 2-16,-15-1 15,-3 1 1,-9 2-16,-15 0 16,0 0-16,10 13 15</inkml:trace>
  <inkml:trace contextRef="#ctx0" brushRef="#br0" timeOffset="98499.01">17651 12870 0,'0'0'0,"0"0"0,0 0 0,0 0 0,0 0 16,0 0-16,0 4 16,3 10-16,4 22 15,4 18-15,2 4 16,3 0-1,3 1-15,2-5 16,-2-5-16,-1-8 16,-2-7-16,-3-4 15,-2-10-15,-5-3 16,0-6-16,-6-11 16,6 14-16,-6-14 15,0 0-15,0 0 16,0 0-16,0 0 15,0 0-15,-2-10 16,-5-5 0,0 0-16,-6 0 15,0 3-15,-6 2 16,-8 3-16,-11 7 16,-5 8-16,-2 11 15,-7 5-15,-6 10 16,-3 5-16,-4 9 15,8 3-15,6-4 16,4-3 0,14-12-16,3-3 15,6-7-15,7-7 16,17-15-16,-17 13 16,17-13-16,0 0 15,0 0-15</inkml:trace>
  <inkml:trace contextRef="#ctx0" brushRef="#br0" timeOffset="100382.37">20913 11106 0,'0'0'0,"0"0"16,0 0-16,0 0 15,1 3-15,-1-3 16,0 0-16,0 0 15,-2 12-15,2-12 16,-19 17 0,1-7-16,-3 3 15,0-4-15,0 0 16,1-4-16,2-2 16,1 0-16,17-3 31,-27 5-31,27-5 15,-23 5-15,23-5 16,-20 5 0,20-5-16,-16 6 15,16-6-15,-19 11 16,6 2-16,0 1 16,0 2-16,2 0 15,-2 2-15,2 2 16,1 1-16,-1-1 15,0 2-15,0 1 16,2-2 0,0 1-16,3-2 15,2 0-15,0 3 16,2 2-16,0 1 16,2-1-16,0-3 15,2 2-15,3 0 16,2 1-16,3-2 15,-2-2-15,2-2 16,3 0 0,2 0-16,2 0 15,3 0-15,3 0 16,2-4-16,8-4 16,3-3-16,0-5 15,-3-3-15,-6-1 16,0-1-16,-2-3 15,-2 2-15,-3-3 16,-1-1 0,-1-4-16,-3 0 0,-3-1 15,-5 2 1,-7 10-16,10-18 16,-10 18-16,1-18 15,-9 8-15,-8-6 16,-5 0-16,-10 3 15,-9 6-15,-4 7 16,-10 0-16,-3 8 16,7 1-1,6 1-15,9-1 16,5 0-16,4-1 16,6-3-16,20-5 15,-21 11-15,21-11 16,0 0-16</inkml:trace>
  <inkml:trace contextRef="#ctx0" brushRef="#br0" timeOffset="104399.9">22144 12015 0,'0'0'0,"5"2"16,-5-2-16,45 28 16,15 8-16,10 16 15,2 6-15,-1 9 16,-8-2-16,-13-5 16,-12-14-16,-5-4 15,-6-8-15,-9-11 16,2-6-1</inkml:trace>
  <inkml:trace contextRef="#ctx0" brushRef="#br0" timeOffset="104633.89">22425 12259 0,'0'0'0,"-6"2"15,6-2-15,-30 15 16,2 6-16,-8 9 16,-8 11-16,-1 5 15,-2 5-15,6 3 16,6 2-16,7-8 16,10-8-16,6-14 15,4-8 1,5-8-16,3-10 15</inkml:trace>
  <inkml:trace contextRef="#ctx0" brushRef="#br0" timeOffset="104865.72">22922 12392 0,'0'0'0,"5"0"16,-5 0-16,38 0 16,9 0-16,10 0 15,-6 0-15,-10 0 16,-9 0-16,-10 0 16,-4-2-16,-18 2 15,12-11-15</inkml:trace>
  <inkml:trace contextRef="#ctx0" brushRef="#br0" timeOffset="105065.61">22748 12498 0,'0'0'0,"0"0"0,0 0 16,-5 1-16,5-1 15,0 0-15,7 13 16,14 3-1,26 1-15,7-9 16,11-7-16,4-2 16,2-11-16,-7-3 15</inkml:trace>
  <inkml:trace contextRef="#ctx0" brushRef="#br0" timeOffset="105581.9">23574 12261 0,'0'0'0,"0"0"0,-7-3 16,7 3-16,-23-4 15,23 4-15,-28 5 16,28-5-16,-25 25 15,15-5 1,3 5-16,4 3 16,2 1-16,2 1 15,1-7-15,3 0 16,2-6-16,3-5 16,1-2-16,-11-10 15,29 9-15,-29-9 16,30-10-1,-14-2-15,-4-4 16,-2-2-16,2-8 16,-4-4-16,-7 1 15,-2 1-15,-8 3 16,0-2-16,-3 4 16,-1 7-16,-6 7 15,-2 2-15,-1 5 16,3 0 15,3 2-31,16 0 16,-22 2-16,22-2 15,0 0-15,0 0 16</inkml:trace>
  <inkml:trace contextRef="#ctx0" brushRef="#br0" timeOffset="106048.52">23920 12336 0,'0'0'0,"0"0"0,0 0 16,0 0-16,0 0 15,0 0-15,0 0 16,0 0-16,0 0 15,0 0-15,0 0 16,6-9 0,4-9-16</inkml:trace>
  <inkml:trace contextRef="#ctx0" brushRef="#br0" timeOffset="106515.58">24412 12068 0,'0'0'0,"-4"-1"0,4 1 15,-20-3-15,-8 1 16,-7 0-16,1 5 15,4 1 1,8 0-16,6 0 16,16-4-16,-22 12 15,22-12-15,-12 20 16,12 0-16,9 12 16,9 15-16,7-1 15,8 4-15,-1-7 16,-1-5-16,-5-7 15,-8-10-15,-5-5 16,-6-2 0,-6 2-16,-9 2 15,-8 4-15,-8-2 16,-6-7-16,3-5 16,-3-12-16,6-3 15,4-8-15,2-22 16</inkml:trace>
  <inkml:trace contextRef="#ctx0" brushRef="#br0" timeOffset="106715.85">24332 12101 0,'0'0'0,"0"0"0,0 0 16,0 0-16,0 0 15,0 0-15,0 0 16,11-4 0,8-2-16,9-4 15,1 2-15,2-2 16,-1-2-16,2-5 16</inkml:trace>
  <inkml:trace contextRef="#ctx0" brushRef="#br0" timeOffset="107948.8">24545 11696 0,'-2'-2'0,"2"2"0,-15-18 0,-6-9 16,-13-6-16,-23-3 15,-9 0-15,-17 0 16,-13 4 0,-8 0-16,-9 6 15,-3-1-15,0 2 16,-7 0-16,-2-1 16,4 4-16,-4 1 15,4 6-15,4 3 16,-2 5-16,0 6 15,4 5-15,17 4 16,7 2 0,7 6-16,7 0 15,-1 7-15,3 6 16,12-4-16,-2 12 16,2 6-16,12-3 15,-3 8-15,8-5 16,1 1-16,-1 5 15,6 0-15,-1 3 16,7 6 0,9-1-16,5 3 15,7 11-15,8-23 16,1 23-16,8-17 16,3 6-16,16 33 31,8-19-31,8 14 15,6-19-15,-9-21 16,10-4 0,11-5-16,4-11 15,4-2-15,-6-3 16,10-1-16,16 1 16,11 0-16,4-2 15,-12-6-15,9 2 16,13 3-16,-17-3 15,2 0-15,-4-5 16,2 0 0,17 3-16,-8-3 15,0 3-15,-16-2 16,2 2-16,-2-3 16,-3 0-16,0 1 15,-1-2-15,-1-1 16,-1 1-16,-5-2 15,-5-1-15,-11-1 16,-1-4-16,-3-2 16,-12-3-1,-1-7-15,-1-8 16,-7-14-16,5-17 16,6-9-16,-3 0 15,0 4-15,-2 6 16,-5-9-16,-11-11 15,0-3-15,-4 6 16,-5 7 0,2-7-16,-2-7 15,-3 0-15,-4 4 16,-1 9-16,-1 2 16,-1-6-16,0-2 15,-4 5-15,-2 4 16,-8-2-16,-5 2 15,-11 1-15,-19-2 16,-19 1 0,-20-5-16,-1 13 15,-9 7-15,-3 7 16,2 7-16,2 3 16,11 7-16,7 3 15,10 3-15,11 5 16,10 5-16,8 5 15,7-1-15,5 4 16,3 3-16,-2 8 16,4 9-16</inkml:trace>
  <inkml:trace contextRef="#ctx0" brushRef="#br0" timeOffset="108498.58">21212 13020 0,'0'0'0,"1"-5"0,-1 5 0,17-15 16,10-1-16,21-1 15,12 2-15,14 1 16,0 2-16,15 3 16,8 1-16,13-3 15,15 2 1,3-1-16,3 1 16,19-2-16,-5 1 15,19 4-15,6 6 16,-14 1-16,7 4 15,-19-2-15,-4 0 16,-3-2-16,-24 0 16,-7 1-16,-9-2 15,-20 1 1,-13-1-16,-18 0 16,-23 0-16,-23 0 15,0 0-15</inkml:trace>
  <inkml:trace contextRef="#ctx0" brushRef="#br0" timeOffset="108832.21">21221 13406 0,'16'-1'0,"24"0"0,29-2 15,87-2-15,12-1 16,27-12-16,1-2 15,14-18-15,-28 5 16,-2 1-16,-19 3 16,0 5-16,-14 12 15,-11 2 1,-17-1-16</inkml:trace>
  <inkml:trace contextRef="#ctx0" brushRef="#br0" timeOffset="109081.93">23555 13175 0,'0'0'0,"0"0"0,0 0 15,0 0-15</inkml:trace>
  <inkml:trace contextRef="#ctx0" brushRef="#br0" timeOffset="125098.36">19056 5660 0,'0'0'0,"0"0"0,11 0 0,16 0 16,23 0-16,15 0 16,5 0-16,9 0 15,7 0-15,6 0 16,2 0-16,-1 0 15,0 0-15,10 0 16,-6 0 0,3-1-16,4-2 15,-5 0-15,2-4 16,-6 0-16,-8-2 16,2 1-16,-6 0 15,-1 2-15,-1-1 16,0 0-16,-1 2 15,-1-3-15,-2 3 16,0-2 0,5 0-16,0 1 15,5 0-15,0-1 16,4 0-16,6 2 16,-4-2-16,4 1 15,5-1-15,-3 0 16,2 1-16,2 2 15,-6 1 1,-1 1-16,-4 1 16,0 1-16,-6 0 15,0 0-15,-2 1 16,-5 1-16,-3-1 16,-7-1-16,-7 0 15,-3 0-15,-2 0 16,0 0-16,-3 0 15,-6 0-15,-2 0 16,2 0 0,3 0-16,0 0 15,-4 0-15,-6 0 16,-6 0-16,-3 0 16,-3-1-16,-4-1 15,-4 1-15,-3-2 16,-18 3-16,24-2 15,-24 2-15,0 0 16,0 0 0,19-5-16,-19 5 15,0 0-15,0 0 16,0 0-16,0 0 16,0 0-16,0 0 15,11-10-15,-11 10 16,0 0-16,0 0 15,16-6-15,-16 6 16,0 0-16,0 0 16,16-4-1,-16 4-15,0 0 16,0 0-16,0 0 16,17-1-16,-17 1 15,0 0-15,0 0 16,0 0-16,16 3 15,-16-3-15,0 0 16,0 0-16,0 0 16,0 0-1,0 0-15,16 7 16,-16-7-16,0 0 16,0 0-16,0 0 15,0 0-15,0 0 16,0 0-16,0 0 15,0 0-15,0 0 16,0 0 0,0 0-16,0 0 15,0 0-15,0 0 16,0 0-16,0 0 16,0 0-16,0 0 15,-12 11-15,12-11 16,0 0-16,0 0 15,0 0-15,0 0 16,-11 10 0,11-10-16,0 0 15,0 0-15,0 0 16,0 0-16,0 0 16,0 0-16,0 0 15,0 0-15,0 0 16,0 0-16,0 0 15,0 0-15,0 0 16,0 0-16,0 0 16,0 0-1,0 0-15,0 0 16,0 0-16,0 0 16,0 0-16,0 0 15,0 0-15,0 0 16,0 0-16,0 0 15,0 0-15,0 0 16,0 0-16,0 0 16,0 0-1,-7 11-15,7-11 16,0 0-16,0 0 16,0 0-16,0 0 15,0 0-15,0 0 16,0 0-16,0 0 15,0 0-15,0 0 16,0 0-16,0 0 16,0 0-1,0 0-15,0 0 16,0 0-16,0 0 16,0 0-16,0 0 15,0 0-15,0 0 16,0 0-16,0 0 15,0 0-15,-2 10 16,2-10-16,0 0 16,0 0-16,0 0 15,0 0 1,0 0-16,0 0 16,0 0-16,0 0 15,0 0-15,0 0 16,0 0-16,0 0 15,0 0-15,0 0 16,0 0-16,0 0 16,0 0-16,0 0 15,0 0 1,0 0-16,0 0 16,0 0-16,0 0 15,0 0-15,0 0 16,0 0-16,0 0 15,0 0-15,0 0 16,0 0-16,0 0 16,0 0-1,-8 11-15,8-11 16,0 0-16,0 0 16,0 0-16,0 0 15,0 0-15,0 0 16,0 0-16,0 0 15,0 0-15,0 0 16,0 0-16,0 0 16,0 0-1,-16 0-15,16 0 16,0 0-16,0 0 16,0 0-16,-16-8 15,16 8-15,0 0 16,-16-8-16,16 8 15,0 0-15,0 0 16,-18-6-16,18 6 16,0 0-16,0 0 15,-20-2 1,20 2-16,0 0 16,0 0-16,-18 0 15,18 0-15,0 0 16,0 0-16,-20 5 15,20-5-15,0 0 16,0 0-16,-21 6 16,21-6-16,0 0 15,-17 9 1,17-9-16,0 0 16,-19 13-16,19-13 15,0 0-15,-18 10 16,18-10-16,0 0 15,-18 11-15,18-11 16,0 0-16,-18 12 16,18-12-1,0 0-15,-23 8 16,23-8-16,0 0 16,-18 8-16,18-8 15,0 0-15,-17 7 16,17-7-16,0 0 15,-16 9-15,16-9 16,0 0-16,-19 14 16,19-14-16,0 0 15,-16 14 1,16-14-16,0 0 16,0 0-16,-20 12 15,20-12-15,0 0 16,0 0-16,0 0 15,-16 9-15,16-9 16,0 0-16,0 0 16,0 0-16,0 0 15,0 0-15,0 0 16,0 0 0,0 0-16,0 0 15,0 0-15,0 0 16,0 0-16,0 0 15,0 0-15,21-7 16,-21 7-16,23-10 16,-23 10-16,29-13 15,-29 13 1,27-14-16,-27 14 16,29-10-16,-29 10 15,27-8-15,-27 8 16,25-3-16,-25 3 15,20-2-15,-20 2 16,19-3-16,-19 3 16,17-2-16,-17 2 15,0 0 1,19 0-16,-19 0 16,0 0-16,0 0 15,18 0-15,-18 0 16,0 0-16,0 0 15,16 0-15,-16 0 16,0 0-16,0 0 16,0 0-16,0 0 15,0 0-15,15-9 16,-15 9 0,0 0-16,0 0 15,0 0-15,0 0 16,0 0-16,0 0 15,7-10-15,-7 10 16,0 0-16,0 0 16,0 0-16,0 0 15,0 0-15,0 0 16,0-11 0,0 11-16,0 0 15,0 0-15,0 0 16,0 0-16,0 0 15,0 0-15,0 0 16,0 0-16,0 0 16,0 0-16,0 0 15,0 0 1,0 0-16,0 0 16,0 0-16,0 0 15,0 0-15,0 0 16,0 0-16,0 0 15,0 0-15,0 0 16,0 0-16,0 0 16,0 0-16,0 0 15,0 0-15,0 0 16,0 0 0</inkml:trace>
  <inkml:trace contextRef="#ctx0" brushRef="#br0" timeOffset="128315.49">21652 6310 0,'0'0'0,"0"0"16,0 0-16,0 0 15,0 0-15,0 0 16,0 0-1,0 0-15,0 0 16,12-6-16,6-6 16,13-7-16,6-4 15,2-3-15,4 3 16,0 3-16,1 5 16,-2 3-16,-4 5 15,-2 5 1,-3 0-16,-7 5 15,-3 2-15,-5 0 16,-3 2-16,-15-7 16,20 14-16,-20-14 15,11 15-15,-7-5 16,-1 3-16,-3 1 16,-3 5-16,-2 0 15,-4-1-15,-1 1 16,-4 2-1,-3 0-15,-4-1 16,2-2-16,-1-1 16,1-3-16,2-1 15,2-3-15,15-10 16,-16 14-16,16-14 16,0 0-16,0 0 15,0 0-15,-15 9 16,15-9-16,0 0 15,0 0 1,0 0-16,0 0 16,0 0-16,0 0 15,0 0-15,0 0 16,34 5-16,4-1 16,1-1-16,4-2 15,1-3-15,7-4 16,1-3-1,4 1-15,-3 0 16,2 0-16,-2-2 16,-3-1-16,-5 2 15,-9-1-15,-9 4 16,-7 1-16,-20 5 16,24-6-16,-24 6 15,0 0-15,0 0 16,17-6-1,-17 6-15,0 0 16,0 0-16,0 0 16,0 0-16</inkml:trace>
  <inkml:trace contextRef="#ctx0" brushRef="#br0" timeOffset="129481.28">22814 5638 0,'0'0'0,"-8"-4"16,8 4-16,-39-19 16,-6-2-16,-10-4 15,-9-1-15,-3 7 16,-5 4-16,0 5 16,-1 2-16,1 5 15,5 1-15,2 2 16,6 2-16,5 2 15,13 0 1,3 2-16,10-3 16,4 3-16,1 2 15,4 0-15,-1 4 16,-1 3-16,3 2 16,0 5-16,1 0 15,-3 6-15,2 1 16,2 0-16,0 1 15,2-2-15,0 0 16,-1 3 0,-1 3-16,-2 4 15,1 0-15,2 1 16,1 3-16,2 5 16,0 5-16,-1 2 15,2 0-15,-1 3 16,3-3-16,4-2 15,1-5 1,3-5-16,1 0 16,1 3-16,3 4 15,-1-6-15,4-4 16,2-2-16,5-2 16,5-1-16,6 3 15,3-2-15,4 2 16,3 0-16,5-3 15,-1-1 1,2-3-16,9-6 16,3-1-16,4-2 15,-6-1-15,1-4 16,0 0-16,11-2 16,6-4-16,-1-3 15,-1-3-15,4-4 16,12-4-16,6-5 15,11-6-15,-9-3 16,3-6 0,-7-7-16,2-10 15,-4-3-15,-4-1 16,-5 4-16,-7 3 16,-1 3-16,-7-1 15,-3-4-15,-9-6 16,-6 0-16,-4-3 15,-3 4-15,-7-3 16,-5-7 0,-7-2-16,-10-6 15,-7-1-15,-7 1 16,-11-7-16,-11 0 16,-10-4-16,-13 2 15,-6 9-15,-16 0 16,-7 5-16,-8 3 15,-7 2-15,-6 6 16,-2 5-16,-5 7 16,-3 7-1,6 8-15,-5 3 16,11 5-16,12 5 16,9 9-16</inkml:trace>
  <inkml:trace contextRef="#ctx0" brushRef="#br0" timeOffset="144365.18">1353 6817 0,'0'0'0,"0"0"0,0 0 0,0 0 16,0 0-16,0 0 16,0 6-16,3 8 15,-2 13-15,5 17 16,5 9-16,3 2 16,4 0-16,5 3 15,5 4-15,3 2 16,-1 0-16,-2-6 15,-1 0 1,-2-4-16,1 2 16,-1 1-16,-5-3 15,-6-6-15,-3-7 16,-5-7-16,-1-6 16,-2-5-16,-1-9 15,-2-14-15,0 12 16,0-12-16,0 0 15,0 0 1,0 0-16,0 0 16,0 0-16,-14-13 15,3-10-15,-5-13 16,-3-11-16,2-2 16,6 4-16,2 8 15,3 7-15,1 10 16,2 4-16,0 5 15,3 11-15,-2-10 16,2 10 0,0 0-16,0 0 15,0 0-15,-35 46 16,-26 35-16,-6 12 16,12-14-16,6-7 15,6-5-15,2-5 16,7-12-16,8-10 15,7-13 1,8-8-16,4-6 16,7-13-16,-7 15 15,7-15-15,0 0 16,4 9-16,-4-9 16,43-6-16</inkml:trace>
  <inkml:trace contextRef="#ctx0" brushRef="#br0" timeOffset="144864.64">2205 7574 0,'0'0'0,"0"0"15,0 0-15,0 0 16,10-3-16,13-5 15,27-6-15,22-2 16,4 3 0,3 5-16,-5 2 15,-6 4-15,-9 5 16,-9 3-16,-10 1 16,-8 5-16,-8 5 15,-12 6-15</inkml:trace>
  <inkml:trace contextRef="#ctx0" brushRef="#br0" timeOffset="145098.56">2095 8204 0,'0'0'0,"0"0"16,0 0-16,0 0 15,0 0-15,0 0 16,3-3-16,19-7 15,33-13 1,28-11-16,7-1 16,-4 1-16,-3 1 15,-10 3-15,-6-2 16,-10-11-16,-8-11 16,-9-8-16</inkml:trace>
  <inkml:trace contextRef="#ctx0" brushRef="#br0" timeOffset="145631.88">1280 6240 0,'0'0'0,"0"0"16,0 0-16,0 0 16,0 0-16,-3 4 15,-9 19-15,-17 26 16,-8 11-16,8-17 15,7-13-15,4-9 16,5-6-16,13-15 16,-18 13-1,18-13-15,0 0 16,-18 0-16,9-15 16,0-23-16,6-25 15,12-13-15,10 2 16,5 6-16,5 9 15,4 9-15,-2 8 16,-2 13-16,-3 7 16,5 13-1,7 9-15,5 6 16,7 19-16,8 10 16,5 10-16,9 10 15,3 0-15,6 2 16</inkml:trace>
  <inkml:trace contextRef="#ctx0" brushRef="#br0" timeOffset="146115.09">4010 6843 0,'0'0'0,"0"0"0,0 0 16,0 0-16,0-2 16,0 2-16,0 0 15,0 0-15,0 0 16,-12 33-16,-5 29 15,-1 35-15,0 8 16,0 2-16,5-3 16,0-6-1,1-4-15,3-6 0,2-8 16,3 0 0,4-1-16</inkml:trace>
  <inkml:trace contextRef="#ctx0" brushRef="#br0" timeOffset="146498.29">2975 8752 0,'0'0'0,"0"0"0,0 0 15,0 0-15,0 0 16,0 0-16,2-2 16,16-4-1,30-2-15,33-4 16,13-1-16,13 0 16,7-2-16,2 1 15,3 0-15,1-5 16,-10-5-16,-3-2 15,-7-1-15,-9 3 16,-12 4-16,-7 2 16,-15 3-16,-5 3 15,-12 1 1,-7 7-16,-14 3 16,-19 1-16</inkml:trace>
  <inkml:trace contextRef="#ctx0" brushRef="#br0" timeOffset="147115.42">3376 9338 0,'0'0'0,"0"0"15,0-4-15,0 4 16,12-30-16,15-7 15,14-4-15,1 10 16,-4 9-16,-6 9 16,-6 7-16,-4 5 15,-4 4 1,-3 9-16,-5 13 16,-6 21-16,-11 23 15,-13 19-15,-11 8 16,-5-8-16,-1-6 15,3-16-15,7-18 16,7-14-16,6-10 16,6-10-16,8-14 15,-7 14 1,7-14-16,0 0 16,10-32-16,29-56 15,18-21-15,9-6 16,3 1-16,3 6 15,-2 6-15,-5 16 16,-6 10-16,-11 18 16,-10 15-16,-10 16 15,-11 11-15,-17 16 16,20-9 0,-13 22-16,-7 37 15,-27 74-15,-20 30 16,-12 0-16,11-22 15,14-38-15,11-23 16,21-23-16,16-19 16,13-13-16,36-25 15,44-52-15,25-47 16,-7-12 0,-6-34-16,-14-6 15</inkml:trace>
  <inkml:trace contextRef="#ctx0" brushRef="#br0" timeOffset="148365.38">4001 5682 0,'-3'-3'0,"-4"-10"16,-10-10-16,-30-24 16,-14-5-16,-12 0 15,-5 4 1,-10-1-16,-5-2 0,-1 3 16,-1 1-1,0 6-15,-10 4 16,0 2-16,-10 3 15,3 4-15,-8 2 16,1 5-16,-5 5 16,-2 7-16,-1 8 15,-3 7-15,5 9 16,-2 11 0,4 5-16,5 11 15,1 11-15,5 11 16,12 15-16,1 13 15,12 0-15,8 10 16,13 10-16,8 8 16,9 10-16,7 20 15,-1-6-15,6 18 16,9-3 0,8 7-16,9 9 15,11 1-15,9-1 16,8-2-16,10 1 15,9-2-15,9 7 16,7 5-16,4 3 16,10 7-16,4 12 15,3 10-15,4 11 16,0 1-16,-3-9 16,2-8-1,0-7-15,3-15 16,9-2-16,4-22 15,7-24-15,1-13 16,13-27-16,7-16 16,6-21-16,13-24 15,-1-10-15,12-23 16,6-19 0,0-15-16,8-29 15,4-30-15,-1-13 16,-5-35-16,-6 5 15,-3-26-15,-20 3 16,9-19-16,-22-2 16,-5-4-16,-9-5 15,-12-1-15,-5-10 16,-14 4 0,-11-5-16,-15 12 15,-8-9-15,-15 1 16,-10 3-16,-18-6 15,-8 13-15,-16-13 16,-3 15-16,-11-5 16,-6 9-16,-5 8 15,-3 6-15,-6 6 16,-4 11 0,-6 10-16,-9 8 15,-2 13-15,-6 10 16,-4 12-16,1 16 15,-3 17-15,1 6 16,8 13-16,9 10 16,9 9-16,16 10 15,18 5-15,10 6 16,6 8-16,0 15 16</inkml:trace>
  <inkml:trace contextRef="#ctx0" brushRef="#br0" timeOffset="149765.14">5422 9801 0,'0'0'0,"0"0"16,0 0-16,0 0 16,0 0-16,0 0 15,-2 9-15,6 17 16,4 27-16,-1 11 15,2 13 1,-6 6-16,-4 5 16,-6-5-16,-1-12 15,-2-15-15,1-8 16,1-7-16,-2 2 16,1-7-16,-3-1 15</inkml:trace>
  <inkml:trace contextRef="#ctx0" brushRef="#br0" timeOffset="150081.17">4617 11164 0,'0'0'0,"0"0"0,0 0 16,0 0-16,0 0 16,6 0-16,13 0 15,32 0-15,30-3 16,18-9-16,19-10 16,4-9-16,8-5 15,4-4 1,-1-2-16,-8-2 0,-8 4 15,-16 5 1,-11 5-16,-13 5 16,-7 5-16,-8 5 15,-7 7-15,-6 3 16</inkml:trace>
  <inkml:trace contextRef="#ctx0" brushRef="#br0" timeOffset="151615.07">5653 11701 0,'0'0'0,"0"0"15,-1-2-15,1 2 16,0 0-16,-6-12 16,6 12-16,0 0 15,-10-17-15,6 3 16,-3-8-16,5-9 15,11-12 1,5-2-16,7 1 16,5 2-16,-1 5 15,-1 5-15,3 8 16,1 4-16,-3 8 16,2 9-16,-3 5 15,-1 9-15,-1 6 16,-4 12-1,-4 19-15,-8 25 16,-13 17-16,-17 12 16,-16 10-16,-5-3 15,-11-1-15,-5-7 16,0-12-16,0-8 16,4-16-16,11-15 15,9-16-15,8-10 16,5-8-16,24-16 15,-20 12 1,20-12-16,0 0 16,0 0-16,0 0 15,34-32-15,11-3 16,10-2-16,5 2 16,2 1-16,2 6 15,1 5-15,4 1 16,-2 7-16,-1 4 15,-10 9 1,-4 3-16,-10 5 16,-1 2-16,-3 1 15,-3 0-15,-4-1 16,0-1-16,1-13 16,7-19-16</inkml:trace>
  <inkml:trace contextRef="#ctx0" brushRef="#br0" timeOffset="151964.57">6656 10466 0,'0'0'0,"0"0"0,0 0 15,0 0-15,0 0 16,0 0-16,0 0 15,7 0 1,-7 0-16,41 2 16,-5 0-16,9 2 15,4-2-15,3 1 16,-5 0-16,-6-2 16</inkml:trace>
  <inkml:trace contextRef="#ctx0" brushRef="#br0" timeOffset="152181.24">6584 11011 0,'0'0'0,"0"0"16,0 0-16,0 0 15,0 0-15,0 0 16,10 6-16,14 4 15,24-3-15,21-9 16,8-15 0,5-4-16</inkml:trace>
  <inkml:trace contextRef="#ctx0" brushRef="#br0" timeOffset="152615.2">7423 10539 0,'0'0'0,"0"0"15,0 0-15,0 0 16,0 0-16,0 0 16,-5 7-16,-9 19 15,-11 36-15,-3 19 16,7-8-1,6-3-15,5-7 0,6-10 16,6-10 0,6-8-16,4-7 15,0-9-15,4-7 16,3-10-16,5-11 16,5-16-16,2-20 15,-3-11-15,-10-8 16,-10 0-16,-8 7 15,-6 3-15,-4 6 16,-3 6-16,-2 11 16,1 7-1,3 8-15,2 6 16,9 10-16,0 0 16,0 0-16</inkml:trace>
  <inkml:trace contextRef="#ctx0" brushRef="#br0" timeOffset="152781.29">7925 10823 0,'0'0'0,"0"0"0,0 0 16,0 0-16,0 0 15,0 0-15,1 2 16</inkml:trace>
  <inkml:trace contextRef="#ctx0" brushRef="#br0" timeOffset="153215.19">8282 10502 0,'0'0'0,"0"0"16,0 0-1,0 0-15,0 0 16,0 0-16,-5 4 16,5-4-16,-26 31 15,-4 7-15,-6 14 16,7 0-16,5-1 15,10 4-15,8-4 16,5 3-16,5-3 16,6-7-16,3 7 31,1-1-15,0-2-16,-1-4 15,-5-11-15,-12-3 16,-8 2-16,-6-4 15,-8-2-15,-7-4 16,-4-9 0,0-2-16,4-11 15,5-13-15,6-14 16,4-15-16</inkml:trace>
  <inkml:trace contextRef="#ctx0" brushRef="#br0" timeOffset="153465.21">8414 10517 0,'0'0'0,"0"0"15,0 3 1,0-3-16,0 0 16,0 0-16,25-3 15,6-1-15,6-3 16,4 1-16,-1-2 15,-3-1-15,-8 1 16,-2 0-16,-4 0 16,-5-1-16,-1-4 15</inkml:trace>
  <inkml:trace contextRef="#ctx0" brushRef="#br0" timeOffset="154248.25">8472 9710 0,'0'0'0,"-9"-5"0,-8-4 16,-27-13-16,-16 4 15,-12 4-15,-11 9 16,-7 8-16,-13 9 16,-5 9-1,-3 6-15,-2 14 16,5 4-16,1 10 16,2 16-16,8 6 15,2 12-15,4 9 16,8 6-16,-2 21 15,16 6-15,14-6 16,11 15-16,15-17 16,12 15-16,17 4 15,19-6 1,10 5-16,16-14 16,8 9-16,5-6 15,14-9-15,17 7 16,11-18-16,21-9 15,-13-26-15,18-13 16,2-9-16,8-12 16,14-20-16,-2-26 15,1-23 1,2-6-16,-6-11 16,-1-26-16,-5-13 15,-13-18-15,-17-24 16,-17 16-16,-15-33 15,-15-4-15,-18-8 16,-23-2-16,-13 0 16,-20-20-1,-12 13-15,-13-14 16,-10 19-16,-17 7 16,-13-12-16,-2 22 15,-18-8-15,2 17 16,-12 7-16,-11 9 15,-2 13-15,-15 2 16,-13 16-16,-10 25 16,-21 27-16,2 25 15,-11 22 1,1 24-16,15 13 16,12 18-16,20 4 15,15 15-15,11 15 16</inkml:trace>
  <inkml:trace contextRef="#ctx0" brushRef="#br0" timeOffset="155231.48">20025 13192 0,'0'0'0,"0"0"0,0 0 15,0 0-15,5 4 16,6 10-16,15 6 16,16 1-16,15-11 15,15-19 1,18-23-16,29-31 16,27-30-16,12-16 15,8-14-15,-12-3 16,-22 10-16,-19 6 15,-37 34-15,-27 27 16,-14 15-16,-14 14 16,-9 7-16,-5 3 15,-7 10-15,0 0 16</inkml:trace>
  <inkml:trace contextRef="#ctx0" brushRef="#br0" timeOffset="155531.38">20300 13532 0,'0'0'0,"0"0"16,0 0-16,0 0 16,6-1-1,18-5-15,45-26 16,45-35-16,13-17 15,17-17-15,-5-2 16,13-6-16,3-6 16,-22 17-16,-4 8 15,-26 18 1,-28 27-16,-19 11 16,-20 16-16,-15 8 15,-21 10-15,16-9 16,-16 9-16,-21 24 15</inkml:trace>
  <inkml:trace contextRef="#ctx0" brushRef="#br0" timeOffset="155914.68">20420 12359 0,'0'0'0,"0"3"0,0-3 16,0 0-16,0 11 15,0-11-15,3 11 16,6 16-16,11 24 16,27 43-1,8 0-15,6 8 16,3 5-16,-3-12 15,2 4-15,0-3 16,-6-6-16,2-4 16,-3-7-16,-5-7 15,-3-5-15,-7-7 16,-10-17 0,-10-15-16,-4-9 15,-7-8-15,-10-11 16,0 0-16,0 0 15</inkml:trace>
  <inkml:trace contextRef="#ctx0" brushRef="#br0" timeOffset="156281.39">20815 12239 0,'0'0'0,"0"0"16,0 0-16,0 0 15,0 0-15,0-3 16,0 3-16,0 0 16,16 16-16,17 18 15,13 22 1,-1 22-16,-1 7 15,-4-8-15,-1 2 16,5 8-16,0-3 16,-1 3-16,-1-9 15,-3-7-15,-1-4 16,-4-9-16,-4-6 16,-4-10-1,-7-11-15,-6-7 16,-8-9-16,-8-4 15</inkml:trace>
  <inkml:trace contextRef="#ctx0" brushRef="#br0" timeOffset="156935.51">8294 12112 0,'0'0'0,"0"0"0,0 0 16,3-3-16,16-7 15,38-21-15,44-18 16,22-11-16,4-3 16,2-8-1,-13-5-15,-6 0 16,-9 6-16,-11 6 15,-16 13-15,-13 9 16,-16 10-16,-8 8 16</inkml:trace>
  <inkml:trace contextRef="#ctx0" brushRef="#br0" timeOffset="157199.95">8406 12521 0,'0'0'0,"0"0"15,0 0-15,0 0 16,12-6-16,26-10 16,47-24-16,17-29 15,4-12 1,6-10-16,-8 5 15,-5 4-15,-2 3 16,-13 11-16,-3 3 16,-13 15-16,-16 11 15,-11 9-15,-10 9 16</inkml:trace>
  <inkml:trace contextRef="#ctx0" brushRef="#br0" timeOffset="157531.35">8544 11631 0,'0'0'0,"0"0"0,0 0 15,0 0-15,0 0 16,3 2-1,7 13-15,17 19 16,19 26-16,14 15 16,9 13-16,0 2 15,1-6-15,6 0 16,5-1-16,-2-6 16,-2-7-16,-12-15 15,-10-10 1,-9-9-16,-16-12 15</inkml:trace>
  <inkml:trace contextRef="#ctx0" brushRef="#br0" timeOffset="157798.01">8897 11661 0,'0'0'0,"0"0"16,0 0-16,0 0 15,0 0-15,0 0 16,1 3-16,9 11 16,16 27-16,21 33 15,14 22 1,9 14-16,7 13 15,9 11-15,-2 2 16,0-3-16,5 9 16</inkml:trace>
  <inkml:trace contextRef="#ctx0" brushRef="#br0" timeOffset="174014.3">17062 11075 0,'0'0'0,"0"0"0,0 0 16,0 0-16,0-3 15,0 3-15,0 0 16,0 0-16,0 0 16,0 0-16,0 0 15,6-10-15,-6 10 16,0 0 0,0 0-16,0 0 15,0 0-15,0 0 16,0 0-16,18-11 15,-18 11-15,0 0 16,0 0-16,24-8 16,-7 2-16,12-1 15,10-4-15,11 0 16,11-1 0,7-1-16,3 0 15,2 3-15,5-2 16,-2 0-16,4 0 15,-8 2-15,-4-3 16,-4 0-16,-3-2 16,-5 2-16,-2 2 15,-4 0-15,-5 2 16,-3-1-16,-3 3 16,-3 1-1,-5-1-15,-2 3 16,-1 2-16,-3-1 15,2 1-15,-3-1 16,1 2-16,2-2 16,4 0-16,4 1 15,8-1-15,3 1 16,2 0 0,-1-2-16,-1 2 15,2-2-15,5-2 16,4-4-16,3-1 15,-1 1-15,-1-1 16,1 4-16,4-1 16,-1 0-16,2-1 15,-4-2-15,-9 0 16,-8 2-16,-1 7 16,-3 11-1,2 1-15,0-1 16,-5 0-16,-1-1 15,-3-7-15,4-8 16,2 2-16,-1 1 16,1-2-16,3 4 15,0 2-15,-3-2 16,-4 1-16,-2-4 16,-1-4-1,-7 2-15,0 1 16,-7 4-16,0 5 15,-1 1-15,-16-4 16,26 10-16,-26-10 16,0 0-16,0 0 15,15 4-15,-15-4 16,0 0-16,0 0 16,0 0-1,16 9-15,-16-9 16,0 0-16,0 0 15,0 0-15,0 0 16,17-9-16,-17 9 16,0 0-16,0 0 15,0 0-15,22-8 16,-22 8-16,23-1 16,-6 1-1,0 5-15,1 1 16,2-1-16,-3-1 15,4 4-15,3-2 16,-1 0-16,3-5 16,1-2-16,4 0 15,-3-1-15,-4 1 16,-2 0-16,-4 0 16,0 1-1,-3 2-15,-15-2 16,27 3-16,-27-3 15,28 1-15,-12-2 16,4-6-16,6-2 16,-1 0-16,3 0 15,7-1-15,4 1 16,6 1-16,0 2 16,8 0-16,4 10 15,5-2-15,4 5 16,-5-1-1,1-3-15,1-2 16,0-1-16,-2 0 16,-6 0-16,-1-4 15,2-2-15,2 2 16,-1 1-16,-3-1 16,-4 2-1,4 0-15,1 0 16,0 1-16,-3-4 15,-4 3-15,4-3 16,0 4-16,-4-1 16,-3 1-16,-5-1 15,-4 1-15,-5 0 16,-1 0-16,-5-1 16,-5 1-16,-1 0 15,-19 1 1,28-4-16,-28 4 15,22-2-15,-22 2 16,0 0-16,18-3 16,-18 3-16,17-4 15,0 1-15,9 3 16,3 0-16,1 0 16,5 0-16,4-2 15,8 1-15,0 0 16,3-1-1,-3 1-15,-4 0 16,-4 1-16,-6-2 16,-6 0-16,-5-2 15,-5 0-15,-17 4 16,23-4-16,-23 4 16,18-10-16,-18 10 15,26-24 1,-10 5-16,2-6 15,0-7-15,0-5 16,-2-4-16,-3-7 16,-3-4-16,1-7 15,-2 2-15,0 1 16,0-4-16,-2-1 16,-3-2-16,-3 1 15,-1 0 1,-1 5-16,1-3 15,-1-5-15,1 3 16,0-2-16,0 7 16,0-5-16,0-6 15,0 3-15,-3 0 16,0 7-16,-4 7 16,-6-4-16,-5 7 15,-4 3-15,-6 1 16,-5 7-1,-10-4-15,-9 8 16,-4 7-16,-4 4 16,2 4-16,2 3 15,2 3-15,9 4 16,2 3-16,-9 1 16,-11 1-16,-10 3 15,-6 2-15,-6-1 16,-3 2-1,-12 3-15,7 6 16,0 2-16,-4 1 16,0 0-16,-6 1 15,6-2-15,6-3 16,3 0-16,-6-3 16,-10 5-16,-18-4 15,2 0 1,-6-1-16,-4 1 15,5-1-15,-18 5 16,0 4-16,-5 3 16,4 1-16,16-1 15,13-1-15,15-4 16,8 0-16,9-4 16,3 0-16,-7-2 15,-8-1 1,-14-1-16,-10-2 15,5 2-15,-5 0 16,2 3-16,1 3 16,7-1-16,9 1 15,17-5-15,18 0 16,13-4-16,9-1 16,5-3-16,4-3 15,3-1-15,3-1 16,3 0-16,0-1 15,1 1 1,-1-1-16,-2 1 16,2 1-16,2 2 15,4-1-15,1 1 16,0 1-16,-1 1 16,-6 1-16,-4 4 15,-9 1 1,-7 5-16,-6 2 15,-11 4-15,-7 5 16,-4 3-16,1 2 16,3 1-16,9 0 15,8-3-15,10-3 16,12-5-16,3-1 16,7-4-16,0 1 15,3 0-15,5-2 16,12-11-16,-20 15 15,20-15 1,-12 15-16,5-4 16,1-1-16,0 2 15,-1 2-15,-2 5 16,-2 10-16,-5 12 16,-5 10-16,-1 8 15,-2 3-15,0 0 16,0 4-1,-1 2-15,1-3 16,3-4-16,1-5 16,3-3-16,3-5 15,3 3-15,1-1 16,2-5-16,-1 0 16,2-3-16,3 0 15,3 5-15,1-1 16,2 1-16,-1-1 15,1-9 1,1 0-16,0-6 16,1-3-16,0-1 15,2-2-15,1 0 16,0 2-16,2 0 16,-3 0-16,1-7 15,-1 0-15,-1 1 16,0-4-1,0-3-15,-2-3 16,-3-11-16,6 18 16,-6-18-16,10 19 15,4-10-15,14 5 16,5-5-16,4-4 16,2-5-16,0-3 15,4-2-15,3-1 16,-1-1-16,-9 1 15,-11 3 1,-8 0-16,-17 3 16,18-2-16,-18 2 15,0 0-15,0 0 16,0 0-16,0 0 16,0 0-16,0 0 15,0 0-15</inkml:trace>
  <inkml:trace contextRef="#ctx0" brushRef="#br0" timeOffset="176931.14">13366 12286 0,'0'0'0,"0"0"16,0-3-16,0 3 15,0 0-15,0 0 16,0 0-16,0-10 15,0 10-15,0 0 16,13-19-16,1 4 16,9-5-16,7 2 15,0 7 1,-3 6-16,-3 4 16,-3 2-16,-21-1 15,27 6-15,-27-6 16,17 16-16,-11 3 15,-4 13-15,-11 14 16,-15 13-16,-8 3 16,-10 1-16,1-10 15,3-12 1,10-13-16,8-11 16,8-6-16,12-11 15,-13 13-15,13-13 16,0 0-16,0 0 15,0 0-15,0 0 16,0 0-16,25 19 16,10-4-16,0 1 15,0-2 1,-1 0-16,-6-2 16,-3-1-1,-5 2 1,-5 0-16,-3 0 15,-7-1-15,-8 1 16,-9 11-16,-19 9 16,-14-1-1,-11-2-15,2-6 16,2-4-16,4-6 16,3-6-16,6-2 15,4-5-15,6-3 16,6-3-16,7 1 15,16 4-15,-16-18 16,24-13-16,9-37 16</inkml:trace>
  <inkml:trace contextRef="#ctx0" brushRef="#br0" timeOffset="179215.11">12952 13198 0,'0'0'0,"0"0"16,0 0-16,0 0 16,-5 0-16,5 0 15,0 0-15,0 0 16,0 0-16,0 0 16,0 0-1,0 0-15,0 0 16,0 0-16,0 0 15,0 0-15,0 0 16,0 0-16,0 0 16,0 0-16,22-5 15,11 5-15,6-2 16,4-5 0,9-2-16,6-1 15,8-4-15,-1 2 16,0 2-16,4-2 15,0 0-15,1 0 16,-5 2-16,-6 1 16,-1 0-16,-1 0 15,-4 1-15,-9 1 16,-4 3-16,-7-1 16,-6 2-1,-5 2-15,-4-2 16,-18 3-16,20-4 15,-20 4-15,0 0 16,0 0-16,0 0 16,16-7-16,-16 7 15,0 0-15</inkml:trace>
  <inkml:trace contextRef="#ctx0" brushRef="#br0" timeOffset="179681.36">13312 13403 0,'0'0'0,"0"0"0,0 0 15,0 0-15,0 0 16,0 0-16,4 1 16,-4-1-1,18 10-15,-2-1 16,3 2-16,3 5 15,1 1-15,1 4 16,1 2-16,-1 0 16,-1 1-16,-6-6 15,0 0-15,-3-1 16,-1 1-16,-1-3 16,-2-1-16,-1-2 15,-2-2 1,-7-10-16,8 14 15,-8-14-15,0 0 16,0 0 0</inkml:trace>
  <inkml:trace contextRef="#ctx0" brushRef="#br0" timeOffset="180047.74">13523 13502 0,'0'0'0,"0"0"16,0 0-16,0 0 16,-4 0-16,4 0 15,0 0-15,0 0 16,0 0-16,-16 12 16,-8 18-16,-8 10 15,6-6 1,5-6-16,-2 0 15,-4 6-15,-6 9 16,1-4-16,0-2 16,5-7-16,4-5 15,3-5-15,6-6 16,14-14-16,-16 15 16,16-15-16,0 0 15,-11 12 1,11-12-16,0 0 15,0 0-15</inkml:trace>
  <inkml:trace contextRef="#ctx0" brushRef="#br0" timeOffset="181581.05">14234 12667 0,'0'0'0,"0"0"0,0-3 16,0 3-16,0 0 15,-3-11-15,3 11 16,0 0-16,0 0 16,0-11-16,0 11 15,0 0-15,0 0 16,0 0-16,14-10 15,2 3 1,6 0-16,8-1 16,2 3-16,-1 1 15,-4 2-15,1-1 16,-4 0-16,-3 1 16,-4 1-16,-17 1 15,23-3-15,-23 3 16,0 0-16,18-3 15,-18 3 1,0 0-16,0 0 16,0 0-16,0 0 15,0 0-15,0 0 16</inkml:trace>
  <inkml:trace contextRef="#ctx0" brushRef="#br0" timeOffset="184331.01">15326 12094 0,'0'0'0,"-5"3"0,5-3 0,-19 8 15,-7 1 1,-6 2-16,-8 3 16,0 0-16,-3 5 15,-1 5-15,1 5 16,3 4-16,5-3 15,2 3-15,6-1 16,5-4-16,6-4 16,3-1-1,3 1-15,2 5 16,1 5-16,4 4 16,3 0-16,5 3 15,6 2-15,5-2 16,8-1-16,1-3 15,5-4-15,3-4 16,3-5-16,0-5 16,2-4-1,-1-9-15,2-4 16,-1-4-16,1-4 16,-4-7-16,1-6 15,-6-3-15,-3-2 16,-6-5-16,-5 0 15,-5-2-15,-3 1 16,-3 1-16,-5 1 16,-6 2-16,-4 3 15,-4 1 1,-8 4-16,-8 4 16,-8 3-16,-7 9 15,-5 7-15,-3 7 16,5 4-16,8 1 15,10-3-15,9-1 16,21-13-16,-24 18 16,24-18-1,-12 13-15</inkml:trace>
  <inkml:trace contextRef="#ctx0" brushRef="#br0" timeOffset="184915.08">15724 12620 0,'0'0'0,"0"0"0,0 0 0,0 0 0,0 0 16,0 0-16,3-1 15,-3 1 1,28-5-16,0 0 16,5-1-16,1-1 15,1 1-15,1-1 16,-5 0-16,-6 3 15</inkml:trace>
  <inkml:trace contextRef="#ctx0" brushRef="#br0" timeOffset="185115.04">15638 12866 0,'0'0'0,"0"0"0,0 0 16,0 0-16,0 0 16,0 0-16,13-4 15,11-3-15,19-5 16,4-2 0,4 1-16,-1-2 15</inkml:trace>
  <inkml:trace contextRef="#ctx0" brushRef="#br0" timeOffset="185547.48">16308 12517 0,'0'0'0,"0"0"0,0 0 0,0 0 0,0 0 15,0 0-15,0 0 16,0 0-16,0 0 15,0 0-15,0 0 16,-2 2-16,-4 10 16,-12 13-16,-3 6 15,0 2 1,2-3-16,5 0 16,2-2-16,4-4 15,5-4-15,4-1 16,5-2-16,6-2 15,5-6-15,7-5 16,11-14-16,4-10 16,6-15-16,-2-5 15,-9-6-15,-9 1 16,-8 6 0,-10 1-16,-4 9 15,-6 8-15,-1 0 16,-11 5-16,-9 5 15,-13 6-15,-10 13 16,-2 13-16,8 0 16</inkml:trace>
  <inkml:trace contextRef="#ctx0" brushRef="#br0" timeOffset="187530.97">16743 11549 0,'0'0'0,"0"0"0,0 0 16,0 0-16,0 0 15,3 1-15,-3-1 16,22 14-16,-2 1 16,1 5-16,2 5 15,-3 4-15,0 8 16,-3 8 0,-1 9-16,-6 12 15,-3 6-15,-6 10 16,-4 3-16,-5 4 15,-2 3-15,-3 9 16,-1 9-16,-9 13 16,-2 2-16,1-4 15,0-9-15,3-3 16,1-4-16,-1 18 31,7-9-15,6-17-16,-1-21 15,5-32-15,-1-11 16,-2-9-16,-5-2 16,-3-1-16,-15 2 15,-12 4-15,-15-4 16,-9-3 0,4-4-16,-10-3 0,-11 5 15,-4 1 1,-23 3-16,-4-2 15,-17 1-15,0-2 16,5 0-16,-14 2 16,4-7-16,-12 0 15,9-3-15,-6-2 16,3-3-16,4 1 16,4 0-16,-4-1 15,7 2 1,-3 3-16,-4 2 15,7-1-15,-3 0 16,10-2-16,-6 0 16,8 3-16,2 1 15,4-1-15,9 0 16,1-10-16,6-14 16,7-1-1,7-2-15,5-5 16,7-5-16,1-19 15,8-9-15,1-15 16,7-11-16,10-10 16,8-14-16,14-3 15,9-21-15,11 1 16,10 5-16,8 4 16,5 13-16,4 1 15,7 3 1,3 9-16,4 10 15,-2 6-15,-2 9 16,-1 9-16,1 7 16,7 1-16,8 2 15,9-4-15,8 5 16,17 1-16,9 3 16,9 3-1,9-3-15,-2 4 16,11-4-16,7 2 15,-3 1-15,15-2 16,-5 3-16,8 3 16,6 1-16,-7 4 15,10-1-15,-3 2 16,2 0-16,-5 4 16,-7 3-1,-1 2-15,-9 1 16,-2-1-16,0 2 15,-9 2-15,-8 2 16,-3 5-16,-13-1 16,-6 5-16,-6 0 15,-7 3-15,-6 1 16,-1 1-16,-5 0 16,-6 1-16,-3-1 15,-4 0 1,-2 0-16,-1 0 15,-8 0-15,-1 1 16,-6 0-16,-3-1 16,-3 0-16,-1 0 15,-1 1-15,1 0 16,2-2-16,3 1 16,2 0-16,1 1 15,-1-1 1,0 0-16,-2 1 15,-2 0-15,2-1 16,-3-1-16,1 4 16,4-1-16,-4 2 15,-4 2-15,-4-3 16,-16-4-16,16 8 16,-16-8-16,0 0 15,0 0 1,0 0-16,0 0 15,16 8-15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7T12:35:23.65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22708 6813 0,'0'0'0,"0"0"0,0 0 16,0 0-16,0 0 15,0 0-15,0 0 16,0 0-16,0 0 15</inkml:trace>
  <inkml:trace contextRef="#ctx0" brushRef="#br0" timeOffset="3432.81">3352 9102 0,'0'0'0,"0"0"0,0 0 15,0 0-15,0 0 16,0 0-16,0 0 16,6 0-1,-6 0-15,30 0 16,0-1-16,8-5 15,9-6-15,6-7 16,-1-1-16,1-6 16,-6 2-16,0 0 15,-4 0-15,-2 2 16,1 1 0,-3-1-16,-1 3 15,-5 2-15,-11 4 16,1 2-16,-6 0 15,0 3-15,-17 8 16,30-15-16,-30 15 16,30-17-16,-6 3 15,1-5-15</inkml:trace>
  <inkml:trace contextRef="#ctx0" brushRef="#br0" timeOffset="4749.17">1151 4693 0,'0'0'0,"0"0"0,0 0 16,0 0-16,0 0 15,-5 8-15,5 4 16,-3 11-16,4 2 16,4 2-16,4-2 15,4-5-15,9-1 16,6-6-1,11-7-15,16-21 16,18-30-16,21-46 16,15-35-16,-6-19 15,-5-6-15,-10 7 16,-9 14-16,-4 7 16,-6 9-16,-8 14 15,-5 5-15,-6 14 16,-5 6-1,-7 10-15</inkml:trace>
  <inkml:trace contextRef="#ctx0" brushRef="#br0" timeOffset="5099.22">1482 4931 0,'0'0'0,"0"0"0,0 0 16,0 0-16,6-7 16,13-12-16,19-21 15,21-18-15,11-11 16,5-9-1,-5-2-15,-4-6 16,-12 11-16,-5 1 16,-9 10-16,-11 15 15,-6 10-15,-5 4 16,-2 0-16,-2-4 16,-2-3-16,-5-7 15,-7-12-15</inkml:trace>
  <inkml:trace contextRef="#ctx0" brushRef="#br0" timeOffset="5415.22">1274 4056 0,'0'0'0,"0"0"0,0 0 0,0 0 16,3 5-16,10 9 16,17 18-16,18 21 15,10 10-15,10 11 16,1 0-16,5-1 16,4-7-16,3-8 15,2 0-15,-10-11 16,1 0-1,-13-8-15,-5-4 16,-7-4-16,-8-4 16,-7-5-16,-10-3 15,-7-6-15</inkml:trace>
  <inkml:trace contextRef="#ctx0" brushRef="#br0" timeOffset="5699.14">1605 3902 0,'0'0'0,"0"0"15,0 0-15,0 0 16,5 8-1,17 18-15,22 38 16,13 25-16,8 15 16,0 3-16,3 5 15,-3-5-15,3-3 16,8-10-16,8-6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2-07T12:31:11.589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context xml:id="ctx1">
      <inkml:inkSource xml:id="inkSrc131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55.65217" units="1/cm"/>
          <inkml:channelProperty channel="Y" name="resolution" value="55.81395" units="1/cm"/>
          <inkml:channelProperty channel="T" name="resolution" value="1" units="1/dev"/>
        </inkml:channelProperties>
      </inkml:inkSource>
      <inkml:timestamp xml:id="ts1" timeString="2026-02-07T12:34:09.433"/>
    </inkml:context>
  </inkml:definitions>
  <inkml:trace contextRef="#ctx0" brushRef="#br0">1123 557 0,'0'0'0,"0"0"0,0 0 15,0 0-15,0 0 16,0 0-16,0 0 16,2 4-16,-2-4 15,21 19 1,14 12-16,13 14 15,5 6-15,-3 1 16,-3 4-16,-2 3 16,-3 1-16,0 8 15,-4-6-15,-2 3 16,1 4-16,-3 1 16,-3-4-16,-1-4 15,-3-6-15,-2-4 16,-2-3-1,-3-6-15,-3-7 16,-5-7-16,0-6 16,-5-6-16,-1-6 15,-6-11-15,4 13 16,-4-13-16,0 0 16</inkml:trace>
  <inkml:trace contextRef="#ctx0" brushRef="#br0" timeOffset="379.18">1538 1046 0,'0'0'0,"0"0"0,0 0 16,0 0-16,0 0 16,-4 10-16,-5 23 15,-28 43-15,-23 27 16,6-12-16,-5 2 16,4-5-16,2-2 15,1-4-15,3 0 16,6-7-1,6-8-15,10-14 16,8-15-16,9-14 16,4-10-16,6-14 15,-4 15-15,4-15 16,0 0-16,0 0 16</inkml:trace>
  <inkml:trace contextRef="#ctx0" brushRef="#br0" timeOffset="1346.52">2271 1553 0,'0'0'0,"0"0"0,0 0 15,0 0-15,7 2 16,-7-2-16,39 6 16,-7-1-16,3-3 15,2-4-15,0-5 16,-5-3-1,-5-1-15,-6-2 16,-1 0-16,-1-6 16,0-8-16,-1-7 15,-6-11-15,-3-7 16,-8-2-16,-5 11 16,-2 9-16,-6 6 15,-8 7-15,-7 3 16,-7 5-16,-8 11 15,-9 9 1,-3 12-16,-2 11 16,0 13-16,4 13 15,7 1-15,11 0 16,10-4-16,5-3 16,3 3-16,5 2 15,5 1-15,6-6 16,4-8-16,3-6 15,6-1 1,1-2-16,8 2 16,4-1-16,6-3 15,5 0-15,3-4 16,1-6-16,2-5 16,2-3-16,0-3 15,0-1-15,-4-5 16,1-1-16,1-3 15,1-4 1,3-4-16,0-6 16</inkml:trace>
  <inkml:trace contextRef="#ctx0" brushRef="#br0" timeOffset="1746.69">2788 696 0,'0'0'0,"0"0"16,0 0-16,0 0 15,6 0-15,12 0 16,20 1-16,13 3 15,4 0 1,8 1-16,-4-1 16,-2 1-16,-9-3 15,-8 0-15,-6-2 16,-2 0-16,4 0 16</inkml:trace>
  <inkml:trace contextRef="#ctx0" brushRef="#br0" timeOffset="2496.42">3684 81 0,'0'0'0,"0"0"16,0 0-16,9 4 16,8 5-1,10 9-15,7 9 16,5 6-16,-2 7 16,0 1-16,-3 2 15,-1 1-15,-4 1 16,-1-4-16,-5-4 15,-3-8 1,-4-3-16,-2-3 16,-2 0-16,-3-6 15,-2-2-15,-1-4 16,-6-11-16,6 13 16,-6-13-16,0 0 15,0 0-15,0 0 16,0 0-16,0 0 15,0-13 1,-8-33-16,-4-15 16,0 5-16,-3 14 15,-6 7-15,-2 3 16,0 4-16,-1 7 16,2 8-16,-3 4 15,-5 9-15,-3 9 16,0 9-16,-4 11 15,-1 10 1,3 8-16,3 3 0,7 2 16,3 1-1,4 5-15,3-1 16,6-10-16,2-6 16,3-9-16,-3-1 15,3 0-15,1-5 16,-1-5-16,1-4 15,3-5-15,0-12 16,-2 11 0,2-11-16,0 0 15,0 0-15</inkml:trace>
  <inkml:trace contextRef="#ctx0" brushRef="#br0" timeOffset="3629.43">4523 303 0,'0'0'0,"0"0"15,0 0-15,4 0 16,-4 0-16,23 0 16,-2 3-1,5 7-15,0 13 16,0 6-16,-4 3 16,-9 4-16,-2 3 15,-5 7-15,-7 9 16,-8 4-16,-5 3 15,-3-4-15,-1-8 16,-3-5-16,1-6 16,6-11-1,4-6-15,3-7 16,7-15-16,-5 12 16,5-12-16,0 0 15,0 0-15,0 0 16,0 0-16,0 0 15,2-23-15,10-9 16,10-16 0,6-3-16,-4 4 15,1 3-15,2-1 16,-3 4-16,-1 9 16,-5 8-16,-4 9 15,-4 4-15,-10 11 16,8-11-16,-8 11 15,0 0-15,0 0 16,0 0 0,0 0-16,0 0 15,0 0-15,0 0 16,16-6-16,-16 6 16,0 0-16,0 0 15,0 0-15,0 0 16,0 0-16,0 0 15,0 0-15,0 0 16,0 0-16,0 0 16,0 0-1,15-4-15,-15 4 16,0 0-16,9-11 16,-9 11-16,13-18 15,-6 7-15,-7 11 16,10-14-16,-10 14 15,7-12-15,-7 12 16,0 0-16,9-13 16,-9 13-1,0 0-15,0 0 16,0 0-16,0 0 16,0 0-16,0 0 15,0 0-15,0 0 16,0 0-16,-8 14 15,1 6-15,-4 18 16,0 16 0,2 2-16,6-7 15,0-10-15,3-5 16,2-5-16,0-4 16,0 1-16,5-2 15,-1-1-15,2-3 16,2-2-16,3-1 15,7 0-15,10-9 16,13-1-16,8-12 16,7-7-1,5-12-15,-8-13 16</inkml:trace>
  <inkml:trace contextRef="#ctx0" brushRef="#br0" timeOffset="11245.84">1528 2950 0,'0'0'0,"0"0"0,0 0 16,0 0-16,-2 3 16,2-3-1,-6 17-15,-1 12 16,-8 23-16,-1 8 16,-2 9-16,-4 10 15,2-3-15,1-1 16,-1-3-16,3-4 15,0 0-15,0-4 16,0-7-16,1-6 16,1-5-1,2-11-15,2-7 16,6-10-16,0-6 16,5-12-16,-5 12 15,5-12-15,0 0 16,0 0-16,0 0 15,0 0-15,5 11 16,18-8-16,17 1 16,15 1-16,8-4 15,6-4 1,-1-4-16,1-4 16,-2 1-16,-5 0 15,-7 0-15,-6 3 16,-12 0-16,-7 3 15,-10 3-15,-20 1 16,21-4-16,-21 4 16,0 0-1,0 0-15,0 0 16,16 4-16,-16-4 16</inkml:trace>
  <inkml:trace contextRef="#ctx0" brushRef="#br0" timeOffset="11879.48">2716 2496 0,'0'0'0,"0"0"16,0 0-16,0 0 15,-3 12 1,-8 24-16,-14 31 16,-8 14-16,-2 1 15,-4 5-15,-1 6 16,1-3-16,0 0 15,1-1-15,2-7 16,4-3-16,8-3 16,7-5-16,8-1 15,8-4 1,5-8-16,9-11 16,7 0-16,7-4 15,3-5-15,4-4 16,4-8-16,0-3 15,-2-5-15,-6-5 16,-5-5-16,-3-1 16,-2-3-16,-3-3 15,0-2 1</inkml:trace>
  <inkml:trace contextRef="#ctx0" brushRef="#br0" timeOffset="12446.19">3031 2861 0,'0'0'0,"0"0"0,0 0 16,5 9-16,5 12 16,9 17-16,6 13 15,0 1-15,3-1 16,-4-2-16,-1-2 15,1-1-15,-2-5 16,-2-2-16,-1-1 16,0-3-16,-4-1 15,1-5-15,-2-4 16,-4-4 0,-1-3-16,-2-4 15,-2-2-15,-5-12 16,7 11-16,-7-11 15</inkml:trace>
  <inkml:trace contextRef="#ctx0" brushRef="#br0" timeOffset="12762.36">3043 3283 0,'0'0'0,"0"0"16,0 0-16,0 0 15,0 3-15,0-3 16,0 0-16,-9 16 16,-2 6-16,-4 11 15,-2 5 1,-1 0-16,-5 10 16,0 3-16,-2 2 15,0 1-15,3-7 16,2-5-16,3-8 15,4-8-15,2-5 16,5-6-16,2-1 16,3-2-16,3-1 15,5-1-15,-7-10 16,30-2 0</inkml:trace>
  <inkml:trace contextRef="#ctx0" brushRef="#br0" timeOffset="13245.68">3516 2686 0,'0'0'0,"0"0"15,0 0-15,0 0 16,0 0-16,6 5 16,11 6-1,19 16-15,13 10 16,4 6-16,-1 4 15,-3 6-15,-6 5 16,-5 0-16,-10-2 16,-4-2-16,-8 0 15,-4 1-15,-4 0 16,-8 1 0,-8 3-16,-12 9 15,-13 7-15,-14 7 16,-8-7-16,0-12 15,7-14-15,7-8 16,10-13-16,11-9 16,8-7-16,12-12 15,0 0-15</inkml:trace>
  <inkml:trace contextRef="#ctx0" brushRef="#br0" timeOffset="13629.63">4346 3244 0,'0'0'0,"0"0"16,0 0-16,0 0 16,0 0-16,0 0 15,4 1-15,-4-1 16,27 9 0,8 3-16,9 1 15,2 3-15,6-2 16,-1-4-16,2-5 15,-6 2-15,-4-3 16,-7-1-16,-2-1 16,-7 1-16,-4-2 15,-3 1-15,-4 0 16,-16-2 0,25 2-16</inkml:trace>
  <inkml:trace contextRef="#ctx0" brushRef="#br0" timeOffset="13979.01">4274 3763 0,'0'0'0,"0"0"15,0 0-15,0 0 16,0 0-16,0 0 15,0 0-15,9 1 16,11 1-16,16 4 16,12 1-16,13-3 15,0-4-15,0-2 16,-7-2-16,-7-1 16,-9-1-1,-7 2-15,-9 1 16,-22 3-16,22-3 15,-22 3-15,0 0 16,0 0-16,0 0 16,0 0-16,0 0 15</inkml:trace>
  <inkml:trace contextRef="#ctx0" brushRef="#br0" timeOffset="14829.58">5542 2824 0,'0'0'0,"0"0"0,0 0 16,0 0-16,11-4 15,23-5-15,42-4 16,28 3-1,16 4-15,1 3 16,4 0-16,-2 1 16,-9-1-16,-4 0 15,-11 1-15,-15-2 16,-9 2-16,-12 2 16,-9 2-16,-5 0 15,-11 2 1,-7 1-16,-12-2 15,-19-3-15,0 0 16,0 0-16</inkml:trace>
  <inkml:trace contextRef="#ctx0" brushRef="#br0" timeOffset="15162.62">6196 2877 0,'0'0'0,"0"0"0,0 0 16,0 0-16,-5 8 15,-10 16-15,-14 24 16,-3 11-16,6 2 16,5 4-1,0-3-15,4 6 16,0-3-16,1-2 15,2-1-15,-1-2 16,1 2-16,3-4 16,0-6-16,2-10 15,3-6-15,0-6 16,1-7-16,2-7 16,1-3-16,2-13 15</inkml:trace>
  <inkml:trace contextRef="#ctx0" brushRef="#br0" timeOffset="15662.39">6437 2812 0,'0'0'0,"0"0"15,0 0-15,0 0 16,2 2-16,-2-2 16,0 0-16,0 0 15,7 13-15,-4 3 16,0 11-1,0 13-15,0 12 16,-2 4-16,-1-2 16,-2-1-16,-3 1 15,-1 2-15,-1 3 16,1-2-16,1-4 16,-1 3-16,3-1 15,1 2-15,2 3 16,1-8-16,1-1 15,1-9 1,-1-8-16,1-3 16,-1-4-16,-1-5 15,0-3-15,0-6 16,1-2-16,2-1 16,-4-10-16</inkml:trace>
  <inkml:trace contextRef="#ctx0" brushRef="#br0" timeOffset="16662.37">5731 4274 0,'0'0'0,"0"0"0,0 0 16,0 0-16,0 0 16,-2 7-16,-2 9 15,-3 16-15,-3 15 16,0 3-16,0 1 15,-1 3 1,1-5-16,4-6 16,0-6-16,0-6 15,3-5-15,1-6 16,1-6-16,0-4 16,1-10-16,1 14 15,-1-14-15,18 3 16</inkml:trace>
  <inkml:trace contextRef="#ctx0" brushRef="#br0" timeOffset="16863.34">5668 4174 0,'0'0'0,"0"0"15,0 0-15,0 0 16,0 0 0,0 0-16,0 0 15,0 0-15,7 3 16</inkml:trace>
  <inkml:trace contextRef="#ctx0" brushRef="#br0" timeOffset="17095.75">5869 4619 0,'0'0'0,"0"0"16,0 0-16,0 0 15,0 0-15,0 0 16,0 0-16,0 0 15,0 0 1,0 0-16,8-1 16,13-2-16,4-1 15</inkml:trace>
  <inkml:trace contextRef="#ctx0" brushRef="#br0" timeOffset="17362.53">5872 4856 0,'0'0'0,"0"0"16,0 0-16,0 0 16,0 0-16,0 0 15,4 0-15,-4 0 16,25 2-16,-3 1 15,9 0-15,6-2 16,0-1 0,7-9-16,1-7 15,-9-13-15</inkml:trace>
  <inkml:trace contextRef="#ctx0" brushRef="#br0" timeOffset="17612.88">6404 4419 0,'0'0'0,"0"0"0,0 0 16,0 0-16,0 0 16,0 0-16,0 0 15,3 6-15,0 7 16,6 11-16,0 11 15,-4 9-15,-1 6 16,-2-2 0,0-1-16,-1-6 15,1-3-15,0-1 16,5-3-16</inkml:trace>
  <inkml:trace contextRef="#ctx0" brushRef="#br0" timeOffset="19679.11">6025 2199 0,'0'0'0,"0"0"16,0 0-16,0 0 15,0 0-15,2-2 16,-2 2-16,0 0 16,13-12-1,-13 12-15,25-12 16,-10 4-16,-15 8 16,28-6-16,-28 6 15,26 2-15,-26-2 16,28 17-16,-14 3 15,-3 9-15,3 8 16,-6 4-16,-1-1 16,-4-6-16,-1-5 15,-2-7 1,0-2-16,-2-5 16,2-3-16,0-12 15,0 17-15,0-17 16,0 11-16,0-11 15,0 0-15,0 0 16,-3 9-16,3-9 16,0 0-16,0 0 15,0 0 1,0 0-16,0 0 16,0 0-16,0 0 15,0 0-15,0 0 16,0 0-16,-11-9 15,11 9-15,-2-13 16,2 13-16,-2-15 16,-2-2-1,1-24-15,3-16 16,1 2-16,2 12 16,3 10-16,-1-4 15,5-3-15,1 1 16,-2 2-16,1 3 15,-3 3-15,1 4 16,-2 3-16,1 0 16,-2 5-16,1 1 15,3 0 1,0 3-16,-1 0 16,0 1-16,-1 3 15,0 1-15,0 0 16,-1-1-16,-6 11 15,11-16-15,-11 16 16,0 0-16,7-11 16,-7 11-16,0 0 15,0 0-15,0 0 16,0 0 0,0 0-16,0 0 15,19 7-15,-8 5 16,7 8-16,9 8 15,11 9-15,1 2 16,5 4-16,1 0 16,0-2-1,-2 0-15,0-5 16,-5-3-16,1-3 16,0-1-16,-4-5 15,-5-5-15,-10-5 16,-4-3-16,-16-11 15,17 11-15,-17-11 16,0 0-16,0 0 16,17 1-16,-17-1 15,13-14 1,-3-17-16,5-25 16,1-21-16,-3 0 15,0 3-15,0-2 16,0-3-16,0 4 15,-2 3-15,1 8 16,2 9-16,-1 9 16,1 9-16,-4 7 15,0 7-15,-3 7 16,-3 7 0,-4 9-16,0 0 15,0 0-15,0 0 16</inkml:trace>
  <inkml:trace contextRef="#ctx0" brushRef="#br0" timeOffset="21164.46">8113 2979 0,'0'0'0,"0"0"0,0 0 0,0 0 16,0 0-1,0 0-15,-4-5 16,4 5-16,-17-17 15,-1 7-15,-11 4 16,-3 4-16,-4 9 16,-2 15-16,-2 11 15,-5 8-15,4 4 16,1 6-16,6 3 16,3 11-16,7 2 15,4 6 1,2 3-16,5-5 15,3 1-15,3-4 16,2-7-16,2-10 16,-1-6-16,1-12 15,3-8-15,-2-7 16,1-6 0,0 0-16,1-12 15,-3 14-15,3-14 16,0 0-16,0 0 15,-3 10-15,3-10 16,0 0-16,0 0 16,0 0-16,-11-21 15,-9-33 17,5-21-32,8 11 15,0 12-15,4 22 16</inkml:trace>
  <inkml:trace contextRef="#ctx0" brushRef="#br0" timeOffset="21412.11">7437 3482 0,'0'0'0,"0"0"15,0 0-15,0 0 16,0 0-16,0 0 16,0 0-16,3 0 15,18 0 1,22 0-16,9 0 15,3 0-15,0 0 16,-6 0-16,-5 0 16,-4 0-16,-5 0 15,-9-1-15,-6 1 16,-20 0-16,23 0 16,-23 0-16,0 0 15,0 0 1,0 0-16</inkml:trace>
  <inkml:trace contextRef="#ctx0" brushRef="#br0" timeOffset="21896.1">8714 2768 0,'0'0'0,"0"0"0,0 0 0,0 0 15,0 3-15,-8 11 16,-12 27-16,-17 34 16,-4 11-16,-4 7 15,-4 7-15,1-4 16,-1-1-16,-1-6 16,5-5-16,3-9 15,7-8 1,4-4-16,8-7 15,8 15-15,5-6 16,8-7-16,7-4 16,4-16-16,7-4 15,6-5-15,7-6 16,13-5-16,7-12 16</inkml:trace>
  <inkml:trace contextRef="#ctx0" brushRef="#br0" timeOffset="22629.3">8690 3443 0,'0'0'0,"0"0"0,0 0 16,0-3-16,0 3 15,9-12-15,10-10 16,12-3-16,4 2 16,-2 13-16,-4 8 15,-2 4-15,-4 8 16,-8 3-16,-5 9 16,-4 8-16,-8 15 15,-17 25 1,-11 9-16,-5-1 15,1-16-15,7-17 16,9-14-16,5-12 16,6-8-16,7-11 15,-7 10-15,7-10 16,0 0-16,0 0 16,0 0-16,0 0 15,25-23 1,13-18-16,1-9 15,-5-1-15,-4 3 16,-2 1-16,0 3 16,-4 5-16,0 0 15,-4 8-15,-3 4 16,-6 9-16,-4 7 16,-7 11-16,9-11 15,-9 11 1,0 0-16,0 0 15,0 0-15,4 17 16,-4 9-16,-4 12 16,-7 10-16,-2 10 15,-2 0-15,3-10 16,-1-8-16,2-7 16,4-7-16,-4 3 15,4-7 1,1-1-16,1 1 15,4-2-15,3-2 16,4-6-16,4 4 16,5-1-16,8 4 15,3-8-15,7-11 16,4-2-16,-3-7 16</inkml:trace>
  <inkml:trace contextRef="#ctx0" brushRef="#br0" timeOffset="22962.19">9383 3821 0,'0'0'0,"0"0"0,0 0 0,0 0 0,0 0 16,0 4-16,0-4 16,0 23-16,0 16 15,-5 15-15,0-7 16,1-10-16,1-9 16,-1-3-16,0 0 15,2-8 1,1-4-16,1-13 15,-2 17-15,2-17 16,3 18-16,-3-18 16,0 0-16</inkml:trace>
  <inkml:trace contextRef="#ctx0" brushRef="#br0" timeOffset="23229.14">9391 3561 0,'0'0'0,"0"0"0,0 0 16,0 0-16,0 0 15,0 0-15,0 0 16,0 0-16,0 0 15,0 0 1,0 0-16,0 0 16,0 0-16,0 0 15,-2-4-15</inkml:trace>
  <inkml:trace contextRef="#ctx0" brushRef="#br0" timeOffset="24428.88">10338 2904 0,'0'0'0,"0"0"16,0 0-16,0 0 16,0 0-16,0 0 15,0 0-15,-5 10 16,-5 12-16,-8 21 15,-5 12 1,-1 7-16,-2 6 16,-1 4-16,1 3 15,-1 0-15,1 1 16,-3 11-16,-12 3 16,-6 10-16,-2-2 15,3-6-15,0-1 16,6-11-16,-1 4 15,3-9 1,5-9-16,4-1 16,11-23-16,6-8 15,2-4-15,5-10 16,3-5-16,0 0 16,2-15-16,4 12 15,12-17-15</inkml:trace>
  <inkml:trace contextRef="#ctx0" brushRef="#br0" timeOffset="25062.7">10551 3376 0,'0'0'0,"0"0"0,0 0 16,0 0-16,2 2 15,6 9-15,11 17 16,8 15-16,1 12 16,0 8-16,-1 5 15,-3-2-15,-4-6 16,-2-3-16,-1-2 15,-1-4-15,-1 0 16,-2-8 0,-1-5-16,-3-9 15,-2-2-15,1-4 16,-2-4-16,1-2 16,0-5-16,-7-12 15,22 0-15,4-29 31,-8-15-31,-14-12 16,-15 13 0,-5 2-16,3 11 15,1 10-15,3 4 16,0 7-16,9 9 16,-14-15-16,14 15 15,0 0-15,0 0 16,-17 0-16,-13 19 15,-19 22 1,-1 8-16,7 1 16,-5 2-16,1 4 15,1 2-15,7-5 16,4-5-16,9-10 16,5-7-16,3-5 15,5-7-15,4-5 16,9-14-16,-10 14 15,10-14 1</inkml:trace>
  <inkml:trace contextRef="#ctx0" brushRef="#br0" timeOffset="25546.54">10939 2836 0,'0'0'0,"0"0"0,0 0 0,0 0 16,7 12-16,13 22 15,11 29-15,-1 20 16,1 16 0,-6 2-16,-4 6 15,-3 6-15,-8-8 16,-4-4-16,-5-4 16,-5-3-16,-3-10 15,-3-4-15,-4-13 16,-5-4-16,-5 2 15,-6 0-15,-4-1 16,-4-4 0,-1-10-16,2-7 15,3-10-15,6-6 16,6-10-16,6-4 16,16-13-16,-21 11 15</inkml:trace>
  <inkml:trace contextRef="#ctx0" brushRef="#br0" timeOffset="26396.37">11709 3550 0,'0'0'0,"0"0"0,0 0 16,0 0-16,0 0 16,8 0-16,10 0 15,23 0-15,11 0 16,10 0-16,2 0 15,-1 0-15,-4-1 16,-5 0-16,-8-1 16,-7 0-16,-5 0 15,-6 0 1,-7 1-16,-21 1 16</inkml:trace>
  <inkml:trace contextRef="#ctx0" brushRef="#br0" timeOffset="26679.41">11791 3947 0,'0'0'0,"0"0"15,0 0-15,0 0 16,0 0-16,9 0 15,12 0-15,15 0 16,15 0-16,9 0 16,3 0-1,-6-3-15,0-2 16,-6-2-16,-2 1 16,-10-1-16,-6 2 15,-7 1-15,-5 0 16,-6 0-16,-15 4 15</inkml:trace>
  <inkml:trace contextRef="#ctx0" brushRef="#br0" timeOffset="27363.2">13499 2878 0,'0'0'0,"0"0"16,0 0-16,0 0 15,0 0 1,4 7-16,0 10 16,4 11-16,1 15 15,-8 8-15,-3 8 16,-4 12-16,-1 4 15,-3 5-15,0-5 16,0-3-16,-2 4 16,0 0-16,1 2 15,-1-3 1,1-3-16,-1 5 16,2-4-16,1-5 15,4-7-15,0-9 16,1-6-16,2-5 15,1-9-15,1-10 16,2-8-16,-2-14 16,0 0-16</inkml:trace>
  <inkml:trace contextRef="#ctx0" brushRef="#br0" timeOffset="27762.86">14013 2971 0,'0'0'0,"0"0"0,0 0 0,0 5 15,2 10-15,3 19 16,3 21-16,0 10 16,-1 17-16,-6 0 15,-4 0-15,0-5 16,-2-3 0,1-3-16,1-5 15,-1-6-15,2-8 16,2-2-16,1-1 15,2-4-15,1-8 16,-1-10-16,1-12 16,-1-5-16,-3-10 15,0 0-15,5 11 16,-5-11 0,0 0-16</inkml:trace>
  <inkml:trace contextRef="#ctx0" brushRef="#br0" timeOffset="28162.17">13102 2762 0,'0'0'0,"0"0"16,0 0-16,0-3 16,0 3-16,0 0 15,19-4-15,25 0 16,33 3-16,17 6 16,12 6-1,0 0-15,0 0 16,1-1-16,-7-1 15,-7-3-15,-13-1 16,-14-3-16,-11 0 16,-15 0-16,-13-2 15,-8 0-15,-19 0 16,15 0 0,-15 0-16,0 0 15,0 0-15</inkml:trace>
  <inkml:trace contextRef="#ctx0" brushRef="#br0" timeOffset="28745.19">12985 4651 0,'0'0'0,"0"0"0,0 0 0,0 0 0,0 0 15,0 4-15,0-4 16,0 29 0,0 9-16,-1 14 15,-2 5-15,1-3 16,-1-1-16,-1-7 15,1-9-15,-1-8 16,1-9-16,1-9 16,2-11-16,-1 12 15</inkml:trace>
  <inkml:trace contextRef="#ctx0" brushRef="#br0" timeOffset="28928.86">12858 4419 0,'0'0'0,"0"0"0,0 0 16,0 0-16,0 0 16,0 0-16,0 0 15,0 0 1,0 0-16,0 0 15</inkml:trace>
  <inkml:trace contextRef="#ctx0" brushRef="#br0" timeOffset="29262.18">13161 5121 0,'0'0'0,"0"0"0,0 0 16,0 0-16,0 0 15,0 0-15,0 0 16,0 0-16,0 0 16,4 0-1,-4 0-15,0 0 16,0 0-16,0 0 15,30-19-15,-8 6 16,-1 1-16,-1 0 16,-1 1-16,-3 3 15,-16 8-15,23-12 16,-23 12-16</inkml:trace>
  <inkml:trace contextRef="#ctx0" brushRef="#br0" timeOffset="29479.4">13172 5238 0,'0'0'0,"0"0"0,0 0 15,0 0-15,0 0 16,0 0-16,0 0 16,0 0-16,0 0 15,6 1-15,-6-1 16,32 5-1,-4-3-15,-1-2 16,0-2-16,-1-4 16,1-2-16,0-5 15,-3-3-15</inkml:trace>
  <inkml:trace contextRef="#ctx0" brushRef="#br0" timeOffset="29778.83">13755 4712 0,'0'0'0,"0"0"16,0 0-16,0 0 16,0 0-16,0 0 15,0 5 1,-1 8-16,0 16 15,-1 14-15,-1 11 16,-1 13-16,-2-2 16,-1 1-16,0-6 15,0-8-15,1-4 16,2-7-16,3-15 16</inkml:trace>
  <inkml:trace contextRef="#ctx0" brushRef="#br0" timeOffset="30378.82">13701 1946 0,'0'0'0,"0"0"15,0 0-15,0 0 16,0 0-16,0 3 16,-1 13-16,-2 25 15,0 23 1,-1 10-16,0 1 15,1-2-15,-1-5 16,1-14-16,-1-10 16,1-11-16,-1-10 15,1-5-15,0-8 16</inkml:trace>
  <inkml:trace contextRef="#ctx0" brushRef="#br0" timeOffset="30695.41">13733 1875 0,'0'0'0,"0"0"0,0 0 15,0 0 1,0 0-16,0 0 15,0 3-15,5 10 16,10 24-16,5 14 16,3 7-16,2-7 15,2 0-15,0-5 16,0 0-16,0-3 16,-1 0-16,-2-1 15,-1-5-15,-3-3 16,-2-4-1,-4-4-15,-1-6 16,0-5-16</inkml:trace>
  <inkml:trace contextRef="#ctx0" brushRef="#br0" timeOffset="31111.64">14327 1744 0,'0'0'0,"0"0"0,0 0 16,0 0-16,0 0 16,-3 8-16,-4 14 15,-8 24 1,-4 12-16,-1 8 15,2-2-15,4-2 16,1 0-16,2-3 16,1 0-16,0-4 15,3-6-15,-1-4 16,1-1-16,0-5 16,0 2-16,1-3 15,2-8 1,0-6-16,1-4 15,3-7-15,0-13 16,-3 15-16,3-15 16,0 0-16,0 0 15</inkml:trace>
  <inkml:trace contextRef="#ctx0" brushRef="#br0" timeOffset="32129.11">15569 2803 0,'0'0'0,"0"0"0,0 0 15,0 0-15,0 0 16,0 8-16,0 10 15,3 23-15,4 22 16,3 9 0,3 3-16,1-3 15,3 4-15,-1-4 16,0-3-16,-1-2 16,-1-4-16,-2-3 15,2-2-15,-3-5 16,1-4-16,-4-2 15,1-4-15,-2-4 16,-1-1 0,-1-3-16,0-5 15,-2-6-15,0-11 16</inkml:trace>
  <inkml:trace contextRef="#ctx0" brushRef="#br0" timeOffset="32494.87">15827 3494 0,'0'0'0,"0"0"0,0 0 16,0 0-16,0 0 16,0 0-16,0 0 15,0 0-15,0 0 16,0 0-16,-7 9 15,-10 10-15,-21 20 16,-10 15 0,4-6-16,-3 3 15,3-2-15,-6 6 16,2-2-16,0 0 16,4-5-16,4-6 15,7-5-15,6-5 16,7-8-16,6-6 15,3-4-15,4-3 16,7-11 0,-9 12-16,9-12 15,0 0-15,0 0 16,0 0-16</inkml:trace>
  <inkml:trace contextRef="#ctx0" brushRef="#br0" timeOffset="33379">16324 3746 0,'0'0'0,"0"0"16,0 0-16,0 0 15,0 0-15,0 0 16,0 0 0,0 0-16,5 5 15,-5-5-15,0 0 16,0 0-16,24 6 16,-24-6-16,26 2 15,-10-2-15,1-2 16,3-4-16,5-8 15,4-5-15,2-8 16,0-6-16,-2 0 16,-4 0-1,-3 4-15,4-2 16,-3 0-16,1-4 16,-4-2-16,0 1 15,-3 0-15,-3 3 16,-3 5-16,-2 2 15,-4 1-15,-2 1 16,-3 4 0,-4 1-16,-5-4 15,-9 0-15,-12 2 16,-12 6-16,-13 11 16,-12 19-16,-9 9 15,-6 14-15,6 15 16,3 6-16,5 4 15,12-9-15,12-7 16,11-5-16,11-1 16,5 8-1,10 4-15,13 0 16,14 2-16,12-6 16,15 5-16,13-2 15,21 3-15,7-8 16,2-10-16,3-8 15,-5-11-15,-7-9 16,-9-9-16,-14-6 16,-13 0-1,-12-2-15,-11 1 16,-4-2-16,-4-8 16,2-3-16</inkml:trace>
  <inkml:trace contextRef="#ctx0" brushRef="#br0" timeOffset="33779.26">17058 2822 0,'0'0'0,"0"0"0,0 0 15,0 0-15,0 0 16,4 0-16,-4 0 16,16 0-16,0 0 15,7 0 1,2 0-16,1 0 16,2-2-16,1-2 15,7-17-15</inkml:trace>
  <inkml:trace contextRef="#ctx0" brushRef="#br0" timeOffset="34429.4">17710 2102 0,'0'0'0,"0"0"0,0 0 0,4 2 16,-4-2-16,34 20 16,-3 12-16,3 18 15,-2 10 1,-1 5-16,-6-2 16,1-1-16,-5-2 15,0-2-15,-1-4 16,-4-6-16,-2-7 15,-3-8-15,0-7 16,-4-3-16,2-3 16,-1-4-16,-1-7 15,-7-9 1,0 0-16,0 0 16,20-4-1,-19-41 1,-8-16-16,-21-2 15,3 16-15,4 14 16,1 6-16,7 9 16,-1 4-16,-2 2 15,0 1 1,-2 5-16,-2 0 16,-7 10-16,-10 6 15,0 8-15,2 6 16,1 8-16,3 9 15,-2 9-15,5 0 16,3-5-16,0-4 16,5-2-16,0-4 15,2 2 1,5-2-16,5-3 16,6-4-16,4-4 15,4-3-15,5-7 16,15-10-16</inkml:trace>
  <inkml:trace contextRef="#ctx0" brushRef="#br0" timeOffset="35145.43">18296 2405 0,'0'0'0,"0"0"0,0 0 16,0 0-16,3-4 16,-3 4-16,17-15 15,11 5-15,7 0 16,-1 6 0,-4 7-16,-5 3 15,-4 5-15,-3 3 16,-4 4-16,-5 4 15,-4 9-15,-7 9 16,-10 8-16,-10 8 16,-1-3-1,3-9-15,4-11 16,6-12-16,4-9 16,6-12-16,-6 14 15,6-14-15,0 0 16,0 0-16,0 0 15,0 0-15,0 0 16,28-35-16,5-15 16,2-10-16,2-17 15,6-16 1,0 3-16,-8 14 16,-8 18-16,-9 19 15,-6 13-15,-4 6 16,-2 8-16,-6 12 15,4-11-15,-4 11 16,0 0-16,-24 11 16,-9 15-16,-7 19 15,-7 11-15,6 2 16,5-1 0,2 3-16,9-3 15,2 0-15,6-2 16,3-5-16,5-7 15,4-6-15,5-5 16,6-1-16,9 1 16,0 0-16,4-4 15,-1-6-15,7 1 16,8-3 0,11-5-16,5-13 15,-6-16-15</inkml:trace>
  <inkml:trace contextRef="#ctx0" brushRef="#br0" timeOffset="35512.12">18954 2812 0,'0'0'0,"0"0"15,-3 0-15,3 0 16,0 0 0,-10 15-16,-8 14 15,-1 14-15,4 5 16,8-4-16,1-4 15,4-14-15,4-2 16,2-5-16,2-1 16,-1-5-16,0-2 15,-5-11-15,34 12 16</inkml:trace>
  <inkml:trace contextRef="#ctx0" brushRef="#br0" timeOffset="35712.6">19139 2351 0,'0'0'0,"1"2"0,-1-2 15,0 0-15,0 0 16,0 0-16,0 0 16,0 0-16</inkml:trace>
  <inkml:trace contextRef="#ctx0" brushRef="#br0" timeOffset="38879.25">15892 2565 0,'0'0'0,"0"0"0,0 0 15,0 0-15,-3-2 16,3 2-16,0 0 15,0 0 1,0 0-16,-20-7 16,0 7-16,-21 10 15,-13 15-15,-14 11 16,-6 15-16,0 2 16,-4 5-16,4 6 15,2 6 1,2 3-16,13-1 15,4 1-15,8-2 16,4 7-16,6 1 16,4-3-16,5 3 15,6-1-15,6-5 16,2-1-16,5-5 16,1 3-16,3-1 15,3-11-15,3-1 16,4-5-16,3 2 15,5 5 1,4-2-16,4 2 16,3-1-16,2-6 15,6-4-15,3-5 16,3-6-16,3-4 16,3-7-16,3-7 15,9-6-15,4-7 16,5-6-16,4-11 15,0-7 1,-1-4-16,1-5 16,-9-4-16,-3-6 15,0-15-15,-10-8 16,-5-4-16,-8-10 16,-9 2-16,-5-10 15,-9-15-15,-6 8 16,-7-7-16,-5 6 15,-6-2 1,-2-1-16,-5-2 16,-3-1-16,1 8 15,0-1-15,-1 4 16,0 3-16,1 2 16,-2 4-16,0 4 15,-4 4 1,-1 6-16,-6 6 15,-3 11-15,-9 7 16,-5 7-16,-3 7 16,-3 6-16,-4 6 15,-4 14-15,0 12 16,-4 18-16,1 21 16</inkml:trace>
  <inkml:trace contextRef="#ctx0" brushRef="#br0" timeOffset="39862.97">18033 4402 0,'0'0'0,"0"0"0,0 0 15,-3 4 1,3-4-16,0 0 16,0 0-16,0 0 15,0 0-15,35 8 16,12-1-16,11 0 16,1-3-16,-3 0 15,-7-2-15,1-2 16,-5 0-16,-4-2 15,-4 2-15,-9 0 16,2 0 0,-2 0-16,2 0 15,5 0-15,-14 0 16</inkml:trace>
  <inkml:trace contextRef="#ctx0" brushRef="#br0" timeOffset="40163.37">17999 4882 0,'0'0'0,"0"0"0,0 0 16,0 0-16,0 0 16,0 0-16,0 0 15,13 0-15,34-1 16,48-7-16,29-7 15,-6-6-15,14-7 16,4-2 0,-12 2-16,-2 1 15,-19 4-15,-8 7 16,-18 4-16,-19 3 16,-13 3-16,-6 0 15,-4 5-15,4 1 16,4 0-16</inkml:trace>
  <inkml:trace contextRef="#ctx0" brushRef="#br0" timeOffset="40662.51">20375 3348 0,'0'0'0,"0"0"16,0 0-16,0 0 15,0 0-15,2 2 16,8 11-16,10 15 15,11 14-15,5 12 16,-1-1 0,0 8-16,1 5 15,-4-5-15,0-1 16,2 9-16,-10-11 16,8 23-16,-3 3 15,-10-30-15,1 3 16,-2-5-16,-5-10 15,3 4-15,-1-4 16,-4-11-16,0 7 16,-3-14-1,-1-7-15,-4-7 16,-3-10-16,4 14 16,-4-14-16,4 11 15,-4-11-15</inkml:trace>
  <inkml:trace contextRef="#ctx0" brushRef="#br0" timeOffset="41046.04">20675 3915 0,'0'0'0,"0"0"15,0-5-15,0 5 16,0 0-16,0 0 16,0 0-1,-17 22-15,-12 22 16,-12 14-16,2-6 16,-14 24-16,8-13 15,-10 17-15,-2 10 16,10-16-16,-5 7 15,7-11-15,10-15 16,2-4-16,8-7 16,8-12-16,3-8 15,4-2 1,4-5-16,2-4 16,4-13-16,-4 13 15,4-13-15,0 0 16,0 0-16,0 0 15</inkml:trace>
  <inkml:trace contextRef="#ctx0" brushRef="#br0" timeOffset="41662.25">21009 2511 0,'0'0'0,"0"0"0,0 0 16,0 5-16,0-5 15,0 16-15,0-3 16,0 14-16,0 20 16,-1 12-16,-3 10 15,-4-5 1,-6 1-16,-2-7 16,1 4-16,1-12 15,2-6-15,3-6 16,0-3-16,1 1 15,0-4-15,0-1 16,3-8-16,1-4 16,-1-4-16,3-5 15,2-10 1,-3 10-16,3-10 16,0 0-16,0 0 15</inkml:trace>
  <inkml:trace contextRef="#ctx0" brushRef="#br0" timeOffset="42045.17">21057 2486 0,'0'0'0,"0"0"0,0 0 0,0-5 16,0 5-16,0-10 16,0 10-16,0 0 15,0 0 1,31 28-16,-6 12 16,-1 0-16,-3 15 15,-1-1-15,-3 0 16,-1 4-16,-3-8 15,0-1-15,-1 5 16,0-4-16,-2-7 16,-3-12-16,0-7 15,0-1 1,0-5-16,-4-6 16,1-2-16,-4-10 15,5 11-15,-5-11 16,0 0-16,0 0 15</inkml:trace>
  <inkml:trace contextRef="#ctx0" brushRef="#br0" timeOffset="42529.04">21439 2274 0,'0'0'0,"0"0"15,0 0-15,0 0 16,0 0 0,0 5-16,0 21 15,0 15-15,-2 11 16,0 1-16,-5-7 15,1 6-15,-4 10 16,0-15-16,-1 9 16,-1-10-16,4-4 15,-6 15-15,3-4 16,1-5 0,2-3-16,3-6 15,2-1-15,1-1 16,2 0-16,2-3 15,3 2-15,-2-7 16,-1-6-16,-1-7 16,0-5-16,-1-11 15,1 15-15,-1-15 16,0 0 0,2 11-16,-2-11 15,0 0-15</inkml:trace>
  <inkml:trace contextRef="#ctx0" brushRef="#br0" timeOffset="48845.93">21628 4635 0,'0'0'0,"0"0"0,0-3 15,0 3-15,0 0 16,0 0-16,0 0 16,33-13-1,-6 5-15,10-5 16,0-1-16,7-24 16,3-9-16,5-8 15,-17 15-15,-3 3 16,-2-4-16,-8 12 15,0-9-15,-11 19 16,-6 8-16,-5 11 16,9-23-1,-8 10-15,-2-2 16,-1 5-16,-6-2 16,-9-10-16,-4 4 15,-7 2-15,1 16 16,-1 2-16,-3-1 15,1 11-15,4-4 16,-4 23-16,3-3 16,5-5-1,2 5-15,3-2 16,-4 26-16,6 4 16,9 13-16,6 2 15,4-23-15,5 8 16,-1-15-16,8 2 15,4-1-15,6-8 16,3-5 0,8-6-16,14-5 15,15-5-15,5-8 16,12-8-16,-10-5 16,-4-6-16,-4 0 15,-24 3-15,-10 4 16,-4-3-16,-11 4 15,1-1-15,-17 7 16,0 0-16,7-17 16</inkml:trace>
  <inkml:trace contextRef="#ctx0" brushRef="#br0" timeOffset="75194.74">22121 3506 0,'0'0'0,"0"0"0,0 0 0,11-1 15,14-3-15,9-1 16,12-1-16,-2-2 16,-1 0-16,-1 0 15,-3 2-15,2-3 16,4 2-16,-9-1 16,-11 1-16,-7 3 15,-18 4-15,27-8 16,-27 8-1,19-4-15</inkml:trace>
  <inkml:trace contextRef="#ctx0" brushRef="#br0" timeOffset="75661.23">22990 3038 0,'0'0'0,"0"0"0,0 0 0,0 0 0,0 0 16,0 0-1,0 4-15,0-4 16,8 19-16,-1-2 16,2 5-16,3 2 15,2 0-15,0-1 16,0 2-16,2 0 16,-1 1-16,2 1 15,-1 2 1,1 1-16,-3 0 15,-1-2-15,-1-2 16,0 1-16,0-1 16,-1-3-16,-1-3 15,-3-2-15,-1-5 16,-1-4-16,-5-9 16,6 14-16,-6-14 15</inkml:trace>
  <inkml:trace contextRef="#ctx0" brushRef="#br0" timeOffset="75928.96">23223 3364 0,'0'0'0,"0"0"0,0 0 15,0 0-15,0 0 16,-6 7-16,-6 5 16,-8 11-16,-4 7 15,-3 1-15,0 1 16,-3 4-16,0-3 16,-3 5-16,0-1 15,-4 2-15,2-3 16,4-7-1,0-2-15</inkml:trace>
  <inkml:trace contextRef="#ctx0" brushRef="#br0" timeOffset="79445.97">23785 3072 0,'0'0'0,"0"0"15,0 0-15,0 0 16,0 0-16,0 0 15,0 0-15,0 0 16,10 1-16,10 2 16,14 1-1,11-2-15,6-3 16,-1-2-16,-2-1 16,-6 0-16,-4-1 15,-6 1-15,-4 0 16,-6 0-16,-4 2 15,-18 2-15</inkml:trace>
  <inkml:trace contextRef="#ctx0" brushRef="#br0" timeOffset="80144.72">23681 3166 0,'0'0'0,"0"0"16,0 0-16,0 0 15,0 0-15,0 0 16,0 0 0,0 3-16,0-3 15,6 10-15,-6-10 16,15 22-16,-2-7 15,5 0-15,5 3 16,4-1-16,0-2 16,0-1-1,-2-2-15,-2-1 16,-3-5-16,-2 1 16,-18-7-16,20 9 15,-20-9-15,17 8 16,-17-8-16,0 0 15,11 17-15,-15 0 16,-8 6-16,-9 3 16,-8 1-16,-5 2 15,-4-5 1,3-2-16,4-4 16,4-2-16,7-5 15,5-2-15,15-9 16,-18 11-16,18-11 15,0 0-15,0 0 16,-14 10-16,14-10 16,0 0-16,4 18 15,0-3-15,6 2 16,1 0 0,2-1-16,1-3 15,1 2-15,0-2 16,3-1-16,1-1 15,1-3-15,5 1 16,2-2-16,3-3 16,2-4-16,4-2 15,2 1-15,-6-2 16,-3-2 0</inkml:trace>
  <inkml:trace contextRef="#ctx0" brushRef="#br0" timeOffset="80994.98">24158 3400 0,'0'0'0,"0"0"16,0 0-16,0-3 16,0 3-16,0 0 15,0 0-15,8-16 16,4-1 0,13-7-16,6 3 15,-1 4-15,1 4 16,-1 3-16,-1 7 15,-4 4-15,-1 4 16,-3 6-16,-2 5 16,-4 6-16,-2 4 15,-6 3-15,-3 2 16,-6-3-16,-4 2 16,-4 0-1,-5-3-15,-1 0 16,-2-2-16,2-5 15,4-3-15,2-4 16,10-13-16,-10 13 16,10-13-16,0 0 15,0 0-15,0 0 16,0 0 0,0 0-16,0 0 15,3-11-15,24-21 16,9-7-16,-2 5 15,-3 0-15,4-1 16,0-1-16,-1 3 16,-4 1-16,-8 9 15,-2 5 1,-8 5-16,-12 13 16,11-14-16,-11 14 15,0 0-15,0 0 16,-20-7-16,-3 11 15,-2 6-15,0 9 16,-1 5-16,1 4 16,2 2-16,4 0 15,2-3-15,3 1 16,1 0-16,2-2 16,4-1-1,4-5-15,0-3 16,3-2-16,1 0 15,3-1-15,2 0 16,2 0-16,3-1 16,3-3-16,1-4 15</inkml:trace>
  <inkml:trace contextRef="#ctx0" brushRef="#br0" timeOffset="81428.59">24722 3704 0,'0'0'0,"0"0"0,0 0 0,0 0 0,0 0 16,1 2-16,-1-2 15,3 14-15,0-2 16,2 2-16,-2 4 16,0 1-16,-2 5 15,-1 0-15,0-3 16,0-6-16,0-4 16,0-11-1,0 12-15,0-12 16</inkml:trace>
  <inkml:trace contextRef="#ctx0" brushRef="#br0" timeOffset="81595.89">24898 3565 0,'0'0'0,"0"0"0,0 0 16,0 0-16,0 0 16,0 0-16,0 0 15</inkml:trace>
  <inkml:trace contextRef="#ctx0" brushRef="#br0" timeOffset="82194.39">23661 3968 0,'0'0'0,"0"0"0,0 0 0,0 0 0,0 0 15,0 0-15,-4 0 16,4 0-16,0 0 16,0 0-16,0 0 15,-4 9-15,4 7 16,-1 9-16,-1-1 16,2 2-1,0 0-15,2-4 16,-1-4-16,0-3 15,-1-4-15</inkml:trace>
  <inkml:trace contextRef="#ctx0" brushRef="#br0" timeOffset="82394.34">23544 3924 0,'0'0'0,"0"0"0,0 0 0,0 0 0,0 0 15,0 0-15,0 0 16,0 0-16,0 0 16,0 0-16,4 0 15</inkml:trace>
  <inkml:trace contextRef="#ctx0" brushRef="#br0" timeOffset="82662.33">23866 4038 0,'0'0'0,"0"0"0,0 0 16,0 0-16,0 0 15,0 0-15,0 3 16,0-3-16,0 0 16,23-4-16,-5 2 15,0 0 1,0-1-16</inkml:trace>
  <inkml:trace contextRef="#ctx0" brushRef="#br0" timeOffset="82895.78">23883 4257 0,'0'0'0,"0"2"0,0-2 16,0 0-16,0 0 16,0 11-16,0-11 15,0 0-15,0 0 16,25 4-16,7-7 16,3-11-16</inkml:trace>
  <inkml:trace contextRef="#ctx0" brushRef="#br0" timeOffset="83128.88">24189 4092 0,'0'0'0,"0"0"16,0 0-16,0 0 15,0 2 1,0-2-16,0 15 15,0 4-15,0 7 16,0 6-16,0 3 16,0 1-16,0-4 15,0-2-15,0-3 16,0-6-16</inkml:trace>
  <inkml:trace contextRef="#ctx0" brushRef="#br0" timeOffset="83680.78">23885 2586 0,'0'0'0,"0"0"0,0 0 16,0 0-16,0 5 16,0 10-16,0 14 15,0 11-15,0 1 16,0-4-16,2-7 16,-1 0-16,2-2 15,0-2-15,1-7 16,0-1-1,-1-7-15,4 2 16</inkml:trace>
  <inkml:trace contextRef="#ctx0" brushRef="#br0" timeOffset="83978.6">23935 2592 0,'0'0'0,"0"0"0,0 0 0,0 0 0,0 0 16,0 0-16,4 0 15,-4 0-15,0 0 16,0 0-16,32 10 16,-6 3-16,3 6 15,2 6-15,-4 0 16,-2-1-1,-4-3-15,-2-1 16,-1-3-16,-3 0 16,-1-2-16</inkml:trace>
  <inkml:trace contextRef="#ctx0" brushRef="#br0" timeOffset="84211.97">24453 2568 0,'0'0'0,"0"0"0,0 0 16,0 0-16,-4 0 16,4 0-16,0 0 15,-16 22-15,-2 9 16,-5 7-16,-2 4 15,1 2 1,-1 4-16,0-1 16,0 6-16</inkml:trace>
  <inkml:trace contextRef="#ctx0" brushRef="#br0" timeOffset="89961.79">1830 7826 0,'0'0'0,"0"0"0,0 0 16,0 0-16,6-5 15,-6 5-15,34-30 16,13-7-16,10-23 16,5-23-16,0-17 15,-6-7-15,-9 7 16,-4 1-16,-9 8 16,-5 1-1,-8 4-15,-6 8 16,-5 10-16,-4 16 15,-4 10-15,-2 11 16,-1 11-16,-2 4 16,1 6-16,2 10 15,-5-11-15,5 11 16,-15 4-16,-8 21 16,-12 27-16,0 36 15,3 9 1,7 7-16,5 7 15,3 3-15,7-8 16,2-8-16,5-3 16,3-11-16,2-8 15,5-15-15,5-14 16,6-4-16,9-9 16,9-10-16,9-9 15,13-10 1,8-14-16,13-11 15,0-8-15,-7-19 16,-2-6-16</inkml:trace>
  <inkml:trace contextRef="#ctx0" brushRef="#br0" timeOffset="90361.29">2998 6302 0,'0'0'0,"-2"4"0,-1 8 15,-10 36-15,-14 43 16,-5 17-16,-1 13 16,9 6-16,13-2 15,4-1-15,8-2 16,5-6-16,5-13 16,5-10-1,2-21-15,6-8 16,3-15-16,11-5 15,7-6-15,9-10 16,9-9-16,0-12 16,13-16-16</inkml:trace>
  <inkml:trace contextRef="#ctx0" brushRef="#br0" timeOffset="91811.61">3660 6738 0,'0'0'0,"0"0"0,0 0 16,3 3-16,8 10 16,8 14-16,6 14 15,3 15-15,4 8 16,-5-6-1,0-4-15,-6-9 16,-2-4-16,2 2 16,0-3-16,-2 0 15,-3-9-15,-3-5 16,-4-7-16,0 0 16,2 0-16,-1-1 15,-3-3 1,-7-15-16</inkml:trace>
  <inkml:trace contextRef="#ctx0" brushRef="#br0" timeOffset="92094.57">3874 7095 0,'0'0'0,"0"0"0,0 0 16,-2-2-16,2 2 15,0 0 1,0 0-16,0 0 16,-16 11-16,2 8 15,-8 11-15,-3 5 16,-3 12-16,0 3 16,1 4-16,3 0 15,1-7-15,4-6 16,2-2-16,1-5 15,3-6 1,1-3-16,6-9 16</inkml:trace>
  <inkml:trace contextRef="#ctx0" brushRef="#br0" timeOffset="92511.12">4235 6454 0,'0'0'0,"0"0"0,0 0 16,5 3-16,8 8 15,14 11 1,4 30-16,1 20 16,-2 15-16,-5 10 15,-6 12-15,-9 12 16,-4-11-16,-6-7 16,-3-14-16,-5-7 15,-6 9-15,-3-12 16,-4-1-16,-6-14 15,1-16-15,-4 2 16,1-1 0,2-7-16,3-4 15,8-13-15,16-25 16</inkml:trace>
  <inkml:trace contextRef="#ctx0" brushRef="#br0" timeOffset="92845.36">4878 7214 0,'0'0'0,"0"0"15,0 0 1,0 0-16,0 0 16,8 3-16,-8-3 15,32 10-15,-1-1 16,6 3-16,4-1 16,0-5-16,-1-2 15,-1-8-15,4 2 16,-4 0-1,0-3-15,-2 2 16,-3-2-16,-12 2 16</inkml:trace>
  <inkml:trace contextRef="#ctx0" brushRef="#br0" timeOffset="93261.95">4925 7721 0,'0'0'0,"0"0"15,0 0-15,0 0 16,0-3-16,0 3 16,0 0-16,0 0 15,0 0-15,0 0 16,0 0-16,0 0 15,24-5-15,4 3 16,10-2-16,4-6 16,3-3-1,-1-1-15,0-1 16,-5 0-16,-1-1 16,-2 0-16,-2 2 15,-6 2-15,-6 4 16,-7 0-16,-15 8 15,20-8-15,-20 8 16,0 0 0,16-6-16,-16 6 15,0 0-15,0 0 16,0 0-16,0 0 16,0 0-16</inkml:trace>
  <inkml:trace contextRef="#ctx0" brushRef="#br0" timeOffset="96928.56">19318 5779 0,'0'0'15,"2"3"-15,-2-3 16,0 0-16,0 0 15,20-12-15</inkml:trace>
  <inkml:trace contextRef="#ctx0" brushRef="#br0" timeOffset="99061.35">19662 5492 0,'0'0'0,"0"3"0,0-3 15,0 0-15,32 10 16,11 3-16,16 0 16,10-1-1,6-5-15,4-13 16,9-2-16,7-1 15,11 1-15,6-2 16,-4 2-16,17-4 16,-8 4-16,-4 0 15,1-5-15,-7 4 16,9-1-16,1-1 16,0 4-16,0-2 15,-7 1 1,6-1-16,0-3 15,1-5-15,-3-1 16,-1-2-16,-9 1 16,6 0-16,2 0 15,-13 5-15,13 3 16,-10 2-16,-3 1 16,-2 2-1,-10 1-15,-3-1 16,0 1-16,-2 1 15,1-2-15,-2 1 16,0 0-16,-5 0 16,-9 1-16,-4 0 15,-13 1-15,-5 1 16,-5 0-16,-8 1 16,-5-1-1,-6 2-15,-21 0 16,24 0-16,-24 0 15,0 0-15,16 0 16,-16 0-16,0 0 16,0 0-16,0 0 15,0 0-15,21 0 16,-21 0-16,29 2 16,-9-1-16,-5 1 15,-15-2-15,25 2 16,-25-2-1,30 2-15,-10-2 16,1-2-16,-4 2 16,-17 0-16,25 0 15,-25 0-15,0 0 16,16 0-16,-16 0 16,0 0-16,0 0 15,0 0-15,0 0 16,0 0-1,0 0-15,0 0 16,16-7-16,-16 7 16,0 0-16,0 0 15,0 0-15,0 0 16,0 0-16,0 0 16,0 0-16,0 0 15,0 0 1,0 0-16,0 0 15,0 0-15,0 0 16,0 0-16,0 0 16,0 0-16,0 0 15,0 0-15,0 0 16,0 0-16,0 0 16,0 0-16,0 0 15,0 0 1,0 0-16,0 0 15,0 0-15,0 0 16,0 0-16,0 0 16,0 0-16,0 0 15,0 0-15,0 0 16,0 0-16,0 0 16,0 0-16,0 0 15,0 0-15,0 0 16,0 0-16,0 0 15,0 0 1,0 0-16,0 0 16,0 0-16,0 0 15,0 0-15,0 0 16,0 0-16,0 0 16,0 0-16,0 0 15,0 0-15,0 0 16,0 0-1,0 0-15,0 0 16,0 0-16,0 0 16,0 0-16,0 0 15,0 0-15,0 0 16,0 0-16,0 0 16,0 0-16,0 0 15,0 0-15,0 0 16,0 0-1,0 0-15,0 0 16,0 0-16,0 0 16,0 0-16,0 0 15,0 0-15,0 0 16,0 0-16,0 0 16,0 0-16,4-10 15,-4 10 1,0 0-16,0 0 15,0 0-15,0 0 16,0 0-16,0 0 16,0 0-16,0 0 15,0 0-15,0 0 16,0 0-16,0 0 16,0 0-16,0 0 15,0 0-15,0 0 16,0 0-16,0 0 15,0 0 1,0 0-16,0 0 16,0 0-16,0 0 15,0 0-15,0 0 16,0 0-16,0 0 16,0 0-16,0 0 15,0 0-15,0 0 16,0 0-16,-17-5 15,17 5 1</inkml:trace>
  <inkml:trace contextRef="#ctx0" brushRef="#br0" timeOffset="100311.84">6415 6792 0,'0'0'0,"-2"8"0,-3 5 16,-12 35-16,-7 30 15,-2 11 1,4-8-16,1 2 16,3-3-16,0-8 15,2-6-15,2-2 16,0 2-16,0-1 16,4-14-16,3-15 15,1-15-15,4-9 16,2-12-16</inkml:trace>
  <inkml:trace contextRef="#ctx0" brushRef="#br0" timeOffset="100711.71">6380 6586 0,'0'0'0,"0"0"16,0 0-16,0 0 15,0 0-15,6 4 16,11 9-16,15 16 16,9 21-16,6 19 15,-1 3-15,0 6 16,0-2-16,-6-8 15,1 1-15,4-4 16,5 4-16,2-2 16,-2-13-1,-2-4-15,-7-8 16,-3 0-16,-1-4 16,-10-8-16,-3-4 15,-8-9-15,-6-6 16,-1 0-16,-9-11 15,11 10-15,-11-10 16</inkml:trace>
  <inkml:trace contextRef="#ctx0" brushRef="#br0" timeOffset="101061.75">7588 6412 0,'0'0'0,"0"0"0,0 0 16,-2 3-16,-8 13 16,-13 25-16,-11 39 15,3 17-15,-3 7 16,2 12-16,1-5 15,-2 6-15,3-9 16,5-17 0,1-10-16,2-14 15,3-2-15,1-8 16,2-8-16,3-8 16,5-14-16,2-3 15,-1-5-15,1-1 16,1 0-16,1-6 15</inkml:trace>
  <inkml:trace contextRef="#ctx0" brushRef="#br0" timeOffset="102978.4">8206 6476 0,'0'0'0,"0"0"0,0 0 15,0 0-15,0 0 16,5-2 0,-5 2-16,0 0 15,0 0-15,0 0 16,0 0-16,0 0 15,0 0-15,0 0 16,0 0-16,0 0 16,0 0-16,0 0 15,3 28 1,-14 12-16,-5 11 16,-5 1-16,-1 4 15,-3 1-15,0 2 16,-2 6-16,-1 2 15,-2 3-15,3-5 16,-2 4-16,1-2 16,2-4-16,6-16 15,7-19 1,3-8-16,3-8 16,7-12-16,-9 16 15,9-16-15,0 0 16,-2 9-16,2-9 15,15 8-15,1-2 16,4 0-16,1 1 16,1 2-16,-1-3 15,3-4 1,1-3-16,-2-1 16,-3 0-16,-2 0 15,0 1-15,-2 1 16,0 1-16,-16-1 15,24 4-15,-24-4 16,22 6-16,-22-6 16</inkml:trace>
  <inkml:trace contextRef="#ctx0" brushRef="#br0" timeOffset="104094.66">8576 7067 0,'0'0'0,"0"0"0,-1 4 16,1-4-16,0 0 15,0 0-15,0 0 16,-2 13-16,-5 12 15,-2 12-15,-1 3 16,-1-1-16,3-2 16,4-1-16,4 0 15,4-10-15,-1-9 16,3 0 0,-1-7-16,1 0 15,-6-10-15,18 11 16,2-13-16,5-8 15,4-10-15,-1-9 16,-4-8-16,-4 1 16,-7 9-16,-5 5 15,-4 0 1,-6 4-16,-4-1 16,-5 1-16,-1 4 15,-1-1-15,0 5 16,13 10-16,-25-12 15,25 12-15,-17-5 16,17 5-16,0 0 16,-15 5-16,15-5 15,0 0-15,-5 10 16,5-10-16,20 20 16,17-9-1,20-2-15,12-7 16,1-13-16,-5-8 15,3-20-15,-7-9 16,-9-3-16,-10 2 16,-11 7-16,-7 6 15,-11 11-15,-5 7 16,-5 5 0,-3 13-16,5-13 15,-5 13-15,0 0 16,0 0-16,-39 19 15,-3 29-15,-1 15 16,6 14-16,4 7 16,6 7-16,5 16 15,-1 21-15,3 10 16,1-1-16,3-20 16,2-10-1,2-5-15,-9 10 16,-3-13-16,-33 4 31,-8-21-31,-8-30 16,3-14-16,25-25 15,1-12-15,1-6 16,1-19-16,5-10 16,12-14-1,11-17-15,10-16 16,19-19-16,14-9 15,17 9-15,10 1 16,9 6-16,15 5 16,-1 9-16,11 12 15,-6 10-15,-4 12 16,-3 3-16,-10 10 16,3 4-1,-9 6-15,-5 5 16,-6 4-16,-13 5 15,-7 3-15,-11 2 16,-19 3-16,21-1 16,-21 1-16,0 0 15</inkml:trace>
  <inkml:trace contextRef="#ctx0" brushRef="#br0" timeOffset="104545.42">10062 6136 0,'0'0'0,"0"0"15,0 0-15,2 4 16,2 7-16,9 22 16,7 22-16,2 8 15,-3 6-15,0 0 16,2 5-16,-1 1 16,-1-2-1,-1-2-15,2 2 16,-1 0-16,-1 1 15,-2-6-15,0-5 16,-2-1-16,0-3 16,-1-3-16,0-4 15,-4-5-15,0-10 16,-2-3-16,0-6 16,-5-6-1,-2-8-15</inkml:trace>
  <inkml:trace contextRef="#ctx0" brushRef="#br0" timeOffset="104895.43">10223 6860 0,'0'0'0,"0"0"15,0 0-15,0 0 16,-5 4-16,-9 6 16,-12 22-16,-6 17 15,2 5-15,2 2 16,-1 4-16,-1 9 16,-2 2-1,0 3-15,2-3 16,1-5-16,4-1 15,3-7-15,4-9 16,4-10-16,3-9 16,3-7-16,2-5 15,1-2-15,2-6 16,3-10-16</inkml:trace>
  <inkml:trace contextRef="#ctx0" brushRef="#br0" timeOffset="107495.45">11082 6878 0,'0'0'0,"0"0"0,0 0 16,4 1-16,-4-1 15,33 12-15,1-4 16,4 1-16,6-5 16,2 0-1,8 1-15,1-3 0,3 0 16,0-4-1,-7-3-15,1 1 16,-5 1-16,-1 2 16,-4-1-16,-10 1 15,-2 0-15,-2-1 16,-4 1-16,-3-1 16,-3 0-16,-18 2 15,23-2-15,-23 2 16,0 0-16,20-3 15,-20 3 1,0 0-16,0 0 16,0 0-16,0 0 15,0 0-15,0 0 16,0 0-16,0 0 16,0 0-16,0 0 15,0 0 1,0 0-16,0 0 15,0 0-15,0 0 16,0 0-16,0 0 16,0 0-16,0 0 15,0 0-15,0 0 16,0 0-16,0 0 16,0 0-16,0 0 15,0 0-15,0 0 16,0 0-16,0 0 15,0 0 1,0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0-1,0 0-15,0 0 16,0 0-16,0 0 16,0 0-16,0 0 15,0 0-15,0 0 16,0 0-16,0 0 16,0 0-16,0 0 15,0 0-15,0 0 16,0 0-1,0 0-15,0 0 16,0 0-16,0 0 16,0 0-16,0 0 15,0 0-15,0 0 16,0 0-16</inkml:trace>
  <inkml:trace contextRef="#ctx0" brushRef="#br0" timeOffset="114228.17">12730 6319 0,'0'0'0,"2"9"0,-2-9 0,5 18 0,8 26 15,5 23-15,5 11 16,2 11-16,1 5 15,4-1 1,8-1-16,4-7 16,-2-12-16,-2-9 15,-2-5-15,-5-7 16,-2-4-16,-7-11 16,-5-9-16,-4-8 15,-4-5-15,-3-3 16,-6-12-1,6 12-15,-6-12 16,0 0-16,0 0 16</inkml:trace>
  <inkml:trace contextRef="#ctx0" brushRef="#br0" timeOffset="114628.23">13136 6899 0,'0'0'0,"0"0"0,0 0 15,0 0-15,0-2 16,0 2-16,0 0 16,0 0-16,0 0 15,-9 13-15,-17 19 16,-19 23-16,3-2 15,0 3 1,-4 2-16,-2 3 16,-2 1-16,3 2 15,4-7-15,10-9 16,5-7-16,9-9 16,7-9-16,5-6 15,3-6-15,4-11 16,-4 14-1,4-14-15,0 0 16,0 12-16,0-12 16,0 0-16,0 0 15,0 0-15,0 0 16</inkml:trace>
  <inkml:trace contextRef="#ctx0" brushRef="#br0" timeOffset="115811.65">13916 6259 0,'0'0'0,"8"1"0,-8-1 0,48 0 16,9 0-16,12 0 15,5 0-15,4 0 16,3 0-16,-2 0 15,-6 0-15,-8 0 16,-7-1-16,-9 1 16,-6 0-1,-10 0-15,-11 0 16,-6 0-16,-16 0 16,0 0-16,0 0 15,0 0-15,0 0 16</inkml:trace>
  <inkml:trace contextRef="#ctx0" brushRef="#br0" timeOffset="116560.91">13738 6470 0,'0'0'0,"0"0"0,0 0 16,0 0-16,0 0 15,0 0-15,0 0 16,0 0 0,0 2-16,0-2 15,24 32-15,4 2 16,13 2-16,7 0 16,4-3-16,5-5 15,3-2-15,2-3 16,-3-2-16,-1-3 15,-8-2-15,-6-4 16,-4-3-16,-8-1 16,-4-1-1,-8-2-15,-4-1 16,-16-4-16,16 3 16,-16-3-16,0 0 15,0 0-15,5 24 16,-23 16-16,-28 26 15,-15-4-15,-11 3 16,-2-7 0,-1-2-16,8-4 15,5-5-15,7-4 16,7-6-16,7-6 16,10-8-16,10-4 15,7-7-15,14-12 16,-15 16-16,15-16 15,0 0-15,-9 13 16,9-13 0,1 11-16,8 5 15,8 4-15,13 3 16,8-2-16,9-5 16,14-2-16,8-3 15,7-4-15,3 0 16,0-4-16,1 1 15,1-6-15,-3 0 16,-3 0-16,-8 1 16,-7 1-16,-12 0 15,-9 0 1,-12 0-16,-9 1 16,-18-1-16,21 2 15,-21-2-15,0 0 16,17 4-16</inkml:trace>
  <inkml:trace contextRef="#ctx0" brushRef="#br0" timeOffset="117193.88">15262 6546 0,'0'0'0,"0"0"0,0 0 16,0 0-16,0 0 15,7 9 1,6 10-16,8 7 16,8 8-16,1 2 15,1 5-15,1 1 16,-1-3-16,1 3 15,2 3-15,2 3 16,-2 2-16,1 1 16,-1-3-1,-4-4-15,-1-1 16,-4-9-16,-3-2 16,-3-6-16,-3-3 15,-6-7-15,-2-4 16,-8-12-16,6 11 15,-6-11-15,0 0 16</inkml:trace>
  <inkml:trace contextRef="#ctx0" brushRef="#br0" timeOffset="117595.13">15715 6505 0,'0'0'0,"0"0"15,0 0 1,0 0-16,-3 0 16,3 0-16,0 0 15,-22 30-15,-6 13 16,-5 17-16,2 0 15,-2 7-15,-1 5 16,-3 3-16,3 0 16,1-7-16,4-6 15,2-4-15,3-4 16,2-7 0,4-4-16,5-9 15,5-5-15,0-3 16,2-5-16,3 1 15,0-3-15,3 0 16,4-4-16</inkml:trace>
  <inkml:trace contextRef="#ctx0" brushRef="#br0" timeOffset="117945.1">16168 7229 0,'0'0'0,"0"0"16,0 0-16,0 0 15,0 0-15,0 0 16,0 6-16,0 9 15,0 15-15,0 14 16,0-7-16,0-2 16,0-4-16,0-6 15,-1-5-15,1-3 16,-2-2 0,2-4-16,0 0 15,0-11-15,-3 17 16,3-17-16,-3 11 15,3-11-15,0 0 16</inkml:trace>
  <inkml:trace contextRef="#ctx0" brushRef="#br0" timeOffset="118195.06">16279 6785 0,'0'0'0,"0"-2"0,0 2 15,0 0 1,0 0-16,0 0 16,0 0-16,0 0 15,0 0-15,0 0 16,0 0-16,0 0 15,0 0-15,0 0 16,0 0-16</inkml:trace>
  <inkml:trace contextRef="#ctx0" brushRef="#br0" timeOffset="119244.06">13773 8056 0,'0'0'0,"0"0"0,0 0 16,0 0-16,0 0 16,0 0-16,0 0 15,-1 2-15,-1 8 16,-5 13-16,-1 11 16,-1 4-1,-2 4-15,0 1 16,3-4-16,2-5 15,3-10-15,0-7 16,2-6-16,1-11 16,-1 11-16,1-11 15</inkml:trace>
  <inkml:trace contextRef="#ctx0" brushRef="#br0" timeOffset="119427.77">13713 7832 0,'0'0'0,"0"0"0,0 0 16,0 0-16,0 0 16,0 0-1,0 0-15,0 0 16,0 0-16,11 5 15</inkml:trace>
  <inkml:trace contextRef="#ctx0" brushRef="#br0" timeOffset="119761.34">14165 8248 0,'0'0'0,"0"0"15,0 0-15,0 0 16,0 0-16,0 0 16,0 0-1,0 0-15,0 0 16,0-3-16,0 3 15,0 0-15,0 0 16,0 0-16,26-9 16,-26 9-16,29-7 15,-13 3-15,0 1 16,-16 3-16,25-2 16,-25 2-1</inkml:trace>
  <inkml:trace contextRef="#ctx0" brushRef="#br0" timeOffset="119977.74">14052 8506 0,'0'0'0,"0"0"0,0 0 16,0 0-1,0 0-15,0 0 16,6-2-16,-6 2 15,31-9-15,-3 0 16,6-2-16,4 0 16,0 0-16</inkml:trace>
  <inkml:trace contextRef="#ctx0" brushRef="#br0" timeOffset="120311.1">14612 7981 0,'0'0'0,"0"0"16,0 0-16,0 0 16,0 0-16,0 2 15,0-2 1,2 21-16,2 8 15,-2 18-15,-4-1 16,-3 1-16,-1-4 16,0-3-16,0-5 15,1-3-15,1-2 16,-1-1-16,0 0 16,1 0-16,-1 3 15,-1-3 1,0-2-16</inkml:trace>
  <inkml:trace contextRef="#ctx0" brushRef="#br0" timeOffset="120828.5">14335 5856 0,'0'0'0,"0"0"0,0 0 15,0 3-15,0 20 16,-2 29-16,-4 21 16,-4 4-16,-1-8 15,-2 2 1,-1-8-16,3-9 15,1-13-15</inkml:trace>
  <inkml:trace contextRef="#ctx0" brushRef="#br0" timeOffset="121144.47">14367 5936 0,'0'0'0,"0"0"16,0-3-16,0 3 16,0 0-16,0 0 15,0 0-15,0-10 16,0 10-16,0 0 16,0 0-16,0 0 15,26 3 1,2 9-16,1 3 15,4 5-15,0 5 16,0 4-16,-1 4 16,-4-2-16,-2-1 15,-1 0-15,-2 3 16,-1-2-16,-3-4 16,-3-5-16,-6-7 15</inkml:trace>
  <inkml:trace contextRef="#ctx0" brushRef="#br0" timeOffset="121411.06">14912 5811 0,'0'0'0,"0"0"0,0 0 15,0-2 1,0 2-16,0 0 15,0 0-15,0 0 16,0 0-16,-13 17 16,-12 15-16,-4 5 15,2-2-15,2 3 16,3 1-16,-1-2 16,3 0-16,2 1 15,0 0-15,5-3 16</inkml:trace>
  <inkml:trace contextRef="#ctx0" brushRef="#br0" timeOffset="125811.3">4710 9556 0,'0'0'0,"0"0"16,4 0-16,-4 0 15,53-8 1,8-4-16,5 1 16,3-1-16,0 0 15,0 1-15,-5 1 16,-6 0-16</inkml:trace>
  <inkml:trace contextRef="#ctx0" brushRef="#br0" timeOffset="126027.69">4822 10065 0,'0'0'0,"0"0"15,0 0-15,0 0 16,0 0-16,0 0 16,16 1-16,13 2 15,17 1-15,17-2 16,11-6 0,11-11-16,5-16 15,0-13-15</inkml:trace>
  <inkml:trace contextRef="#ctx0" brushRef="#br0" timeOffset="126343.88">6437 9239 0,'0'0'0,"0"0"16,0 0-16,0 2 15,0-2-15,0 0 16,0 15-16,0 9 16,0 20-16,-2 22 15,-10 1 1,-5 2-16,-2-1 16,0-6-16,-2-7 15,2-2-15,2-5 16,0-2-16,3-5 15,0-5-15,4-10 16,0-5-16,1-7 16,9-14-16,-26 4 15</inkml:trace>
  <inkml:trace contextRef="#ctx0" brushRef="#br0" timeOffset="126694.12">6192 9498 0,'0'0'0,"0"0"0,0 0 0,0-4 16,0 4-16,2-10 16,-2 10-16,0 0 15,2-11-15,-2 11 16,0 0 0,0 0-16,0 0 15,29 1-15,1 8 16,10 5-16,6 5 15,4 6-15,-4 1 16,0 2-16,-4 2 16,-6-3-16,4 0 15,-3 1-15,-1-4 16,-6 0-16,-4-3 16,-3 2-1,0 1-15,1 1 16,-2 1-16,-1-1 15,-3-2-15,-4-6 16,-3-3-16</inkml:trace>
  <inkml:trace contextRef="#ctx0" brushRef="#br0" timeOffset="127061">7166 9261 0,'0'0'0,"0"0"15,0 0-15,0 0 16,0 0 0,0 0-16,0 4 15,-4 13-15,-3 30 16,-9 30-16,-6 2 15,-1 2-15,-4 1 16,2-4-16,-2-9 16,2-9-16,1-10 15,7-14-15,2-9 16,5-9-16,4-6 16,6-12-1,-5 13-15,5-13 16,0 0-16</inkml:trace>
  <inkml:trace contextRef="#ctx0" brushRef="#br0" timeOffset="127510.44">5789 10461 0,'0'0'0,"0"0"0,0 0 16,0 0-1,0 0-15,0 0 16,8 1-16,10 2 15,20 2-15,25 4 16,16-5-16,5-7 16,13-3-16,-3-2 15,1 0-15,3 1 16,-8 0-16,-2 0 16,-4 1-1,-1-1-15,-5 1 16,-8 0-16,-5 2 15,-9 1-15,2 3 16,-3 0-16,-6 2 16,-9 1-16,-13 1 15,-5 0-15,-7-1 16,-15-3-16,17 4 16,-17-4-1</inkml:trace>
  <inkml:trace contextRef="#ctx0" brushRef="#br0" timeOffset="127910.82">6501 10692 0,'0'0'0,"0"0"16,0 0-16,0 0 16,0 0-16,0 0 15,13 9-15,5 5 16,13 11-16,6 7 16,1 6-16,4 8 15,-7 1 1,-4-4-16,-6-7 15,-4-5-15,-2-3 16,-1-4-16,0 2 16,-3-3-16,0 0 15,1 1-15,1-1 16,0 0-16,-5-3 16,1-2-16,-5-5 15</inkml:trace>
  <inkml:trace contextRef="#ctx0" brushRef="#br0" timeOffset="128260.58">6893 11041 0,'0'0'0,"0"0"0,0 0 16,0 0-16,0 0 15,-5 0-15,5 0 16,0 0-1,0 0-15,0 0 16,0 0-16,-41 38 16,-10 28-16,-10 12 15,8-5-15,8-12 16,-2 3-16,-1 2 16,9-12-16,11-15 15,5-11 1,6-7-16,4-8 15,13-13-15,-14 15 16,14-15-16,0 0 16,0 0-16,0 0 15,-9 11-15,9-11 16,0 0-16</inkml:trace>
  <inkml:trace contextRef="#ctx0" brushRef="#br0" timeOffset="128778.3">8166 9587 0,'0'0'0,"0"0"16,0 0-1,0 0-15,0 0 16,0 0-16,0 0 16,0 0-16,6 1 15,-6-1-15,26 9 16,2 2-16,8 2 16,3-1-16,0 0 15,1-1 1,0-3-16,3 2 15,-1-3-15,2 0 16,2-1-16,1-2 16,1-3-16,-3-1 15,0 0-15,-5 0 16,-4 0-16,-9 0 16,-6 0-16,2 1 15</inkml:trace>
  <inkml:trace contextRef="#ctx0" brushRef="#br0" timeOffset="130210.87">8218 10194 0,'0'0'0,"0"0"15,0 0-15,0 0 16,0 0-16,0 0 16,0 0-16,0 0 15,0 0-15,7 1 16,-7-1-16,39 3 16,-2 2-16,7-1 15,11 0-15,1-1 16,-6-6-1,-4-1-15,-4-3 16,2-2-16,1-1 16,-3 3-16,-3-1 15,-9 3-15,-6 1 16,-7 2-16,-17 2 16,17-3-16,-17 3 15,0 0-15,0 0 16,0 0-16,0 0 15,0 0 1,16-3-16,-16 3 16,0 0-16,0 0 15,0 0-15,0 0 16,0 0-16,0 0 16,0 0-16,0 0 15,0 0 1,0 0-16,0 0 15,0 0-15,0 0 16,0 0-16,0 0 16,0 0-16,0 0 15,0 0-15,0 0 16,0 0-16,0 0 16,0 0-16,0 0 15,0 0-15,0 0 16,0 0-16,0 0 15,0 0 1,0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0-15,0 0 16,0 0-16,0 0 16</inkml:trace>
  <inkml:trace contextRef="#ctx0" brushRef="#br0" timeOffset="139294.23">9618 9390 0,'0'0'16,"0"0"-16,-3-3 0,3 3 0,0 0 16,0 0-1,2-10-15,13 8 16,18 1-16,16 4 16,19 2-16,9 4 15,9-2-15,2 1 16,-5-3-16,0-1 15,-8-3-15,-12-1 16,-12-2-16,-9-1 16,-12 0-1,-7 2-15,-23 1 16,23-1-16,-23 1 16,0 0-16,0 0 15</inkml:trace>
  <inkml:trace contextRef="#ctx0" brushRef="#br0" timeOffset="140028.4">9440 9595 0,'0'0'0,"0"0"0,0 0 15,0 0-15,0 0 16,0 0-16,9 8 16,15 6-1,14 6-15,12 5 16,4 0-16,3-1 16,7 2-16,-13-6 15,7 1-15,3 0 16,-5-5-16,-7 0 15,-14-6-15,-11-2 16,-2-1-16,-5-2 16,-17-5-16,19 10 15,-19-10 1,0 0-16,0 0 16,15 12-16,-15-12 15,0 0-15,-21 34 16,-29 23-16,-17 9 15,10-13-15,8-13 16,-5 5-16,-1-1 16,3-3-16,6-5 15,12-8 1,6-7-16,8-5 16,7-5-16,13-11 15,-12 13-15,12-13 16,0 0-16,-6 12 15,6-12-15,1 12 16,9 1-16,10 3 16,10 2-1,13 1-15,-1-6 16,8-2-16,6-2 16,3-3-16,0-3 15,-4-3-15,-7 0 16,-1 0-16,-3 0 15,0 0-15,-10 0 16,-5 1-16,-5 2 16,-5 1-1,-3 0-15,-16-4 16,29 12-16,-29-12 16,31 12-16,-14-8 15</inkml:trace>
  <inkml:trace contextRef="#ctx0" brushRef="#br0" timeOffset="140711.37">10885 9745 0,'0'0'0,"0"0"0,0 0 15,0 0-15,0 0 16,1-4 0,-1 4-16,8-11 15,-8 11-15,20-20 16,-6 7-16,-6 3 15,-8 10-15,13-13 16,-13 13-16,0 0 16,0 0-1,0 0-15,16-10 16,-16 10-16,0 0 16,0 0-16,0 0 15,0 0-15,0 0 16,0 0-16,0 0 15,0 0-15,0 0 16,0 0-16,0 0 16,0 0-16,0 0 15,16 4 1,-16-4-16,0 0 16,6 11-16,1 3 15,4 7-15,5 12 16,5 6-16,5 6 15,4 3-15,3 0 16,3 2-16,1-2 16,-3-4-16,-3-3 15,-3-4 1,0-3-16,-3-1 16,-2-2-16,-3-7 15,-5-4-15,-4-5 16,-2-4-16,-9-11 15,8 13-15,-8-13 16,0 0-16</inkml:trace>
  <inkml:trace contextRef="#ctx0" brushRef="#br0" timeOffset="141111.25">11395 9671 0,'0'0'0,"0"0"0,0 0 15,0 0-15,0 0 16,0 0 0,0 0-16,0 0 15,-8 12-15,-11 19 16,-18 29-16,-3 7 15,3-3-15,2 0 16,1-1-16,-3 4 16,3-2-16,2-3 15,3-10-15,8-13 16,7-12 0,4-9-16,4-5 15,6-13-15,-8 16 16,8-16-16,0 0 15,-4 12-15,4-12 16,0 0-16,0 0 16,0 0-16</inkml:trace>
  <inkml:trace contextRef="#ctx0" brushRef="#br0" timeOffset="141510.82">11707 10289 0,'0'0'0,"0"0"0,0 0 16,0 0-16,0 0 15,0 0-15,0 0 16,-1 4-16,1-4 16,-9 30-16,-2 9 15,-5 8-15,3-5 16,1-4 0,2 1-16,2-2 15,3-6-15,3-4 16,-1-3-16,6-3 15,-2-2-15,2-1 16,2-1-16,1 0 16,2-3-16,4-4 15,6-4-15,9-6 16,6-19-16</inkml:trace>
  <inkml:trace contextRef="#ctx0" brushRef="#br0" timeOffset="141745.06">11851 10068 0,'0'0'0,"0"0"16,0 0-16,0 0 15,0 0-15,0 0 16,0 0-16,0 0 15,0 0-15,0 0 16,0 0-16,0 0 16,0 0-16,0 0 15,0 0-15,0 0 16,0 0 0</inkml:trace>
  <inkml:trace contextRef="#ctx0" brushRef="#br0" timeOffset="143095.48">13923 9774 0,'0'0'0,"0"0"0,0 0 16,4 0-16,-4 0 15,30-3-15,13-1 16,29-2-16,13 4 16,10-1-16,5 1 15,-1-1 1,0 0-16,-8 0 15,-5-3-15,-9 0 16,-5 1-16,-15-1 16,-12 3-16,-23 0 15</inkml:trace>
  <inkml:trace contextRef="#ctx0" brushRef="#br0" timeOffset="143428.01">13938 10353 0,'0'0'0,"0"0"0,0 0 0,0 0 16,0 0-16,4-1 15,13-2 1,28-3-16,34-8 15,18-1-15,8-2 16,8-2-16,6 0 16,-8 2-16,-5-1 15,-13 1-15,-11 1 16,-15 1-16,-15 5 16,-10 3-16,-15 1 15,-9 1 1</inkml:trace>
  <inkml:trace contextRef="#ctx0" brushRef="#br0" timeOffset="143860.82">14515 9590 0,'0'0'0,"0"0"16,0 0-16,0 0 16,0 0-16,9 4 15,11 8-15,15 7 16,20 12-16,7 4 16,5 2-16,2 4 15,0 2-15,-3 5 16,-9-2-1,-5-1-15,-12-4 16,-5-3-16,-8-5 16,-8-8-16,-6 1 15,-8 4-15,-7 9 16,-21 19-16,-27 20 16,-28 21-16,-22-4 15,6-14-15,6-10 16,17-22-1,13-14-15,15-12 16,10-7-16,10-5 16,7-4-16,16-7 15</inkml:trace>
  <inkml:trace contextRef="#ctx0" brushRef="#br0" timeOffset="148594.94">21488 8959 0,'0'0'0,"0"0"15,0 0-15,0 0 16,4 2 0,-4-2-16,0 0 15,0 0-15,0 0 16,5 11-16,-5-11 15,0 0-15,0 0 16,0 0-16,0 0 16,0 0-16,0 0 15</inkml:trace>
  <inkml:trace contextRef="#ctx0" brushRef="#br0" timeOffset="170160.92">3608 12560 0,'0'0'0,"0"0"0,-3-2 0,3 2 16,0 0-1,0 0-15,-14-10 16,14 10-16,0 0 16,0 0-16,0 0 15,0 0-15,0 0 16,0 0-16</inkml:trace>
  <inkml:trace contextRef="#ctx1" brushRef="#br0">2765 11232 0</inkml:trace>
  <inkml:trace contextRef="#ctx0" brushRef="#br0" timeOffset="200762.26">5883 8870 0,'0'0'0,"0"0"0,0 0 16,0 0-16,7 7 16,12 11-1,33 10-15,34-3 16,24-5-16,28-10 16,12-8-16,16-8 15,11-14-15,11-7 16,3-6-16,6-3 15,17-1-15,-9 0 16,21-1 0,-17 2-16,14-3 15,-1 5-15,-2 2 16,6 2-16,-15 7 16,1 6-16,-9 10 15,-9 7-15,-8 0 16,-8 7-16,-12 1 15,-4 1-15,-10 2 16,-9 2 0,-7 4-16,-7-1 15,2 3-15,-4 1 16,2-2-16,-4 2 16,1 1-16,0-1 15,-4 0-15,1 0 16,-9-3-16,-17 0 15,-7 0-15,-14-1 16,-8 0-16,-10 0 16,-13-3-16,-6 0 15,-9 1 1,-6 4-16,-4 6 16,-5 8-16,-2 10 15,-5 14-15,-5 17 16,-3 9-16,-3 6 15,-1 6-15,1 6 16,-1 7-16,0 13 16,1 2-1,0 12-15,-1 6 16,1 2-16,-2 7 16,-1-1-16,-2-1 15,-1-1-15,-1-3 16,-3 6-16,-4-12 15,-4-3-15,-5-11 16,-10-11-16,-7-4 16,-10-10-1,-19-8-15,-13-13 16,-17-4-16,-18-10 16,-6-12-16,-12-6 15,-4-12-15,-6-5 16,-8-10-16,-1-7 15,-10-3-15,2-5 16,-12 0-16,6-6 16,-17 2-1,6-4-15,-7-3 16,-8 1-16,-1 0 16,-8 1-16,-3 2 15,-5 10-15,7 12 16,3 1-16,6-2 15,15-2-15,-8 0 16,21-6-16,0-5 16,11-3-16,4 1 15,4-1 1,8 1-16,4-1 16,10-2-16,7-2 15,14-2-15,3-4 16,6-3-16,13-7 15,2-4-15,10-6 16,8-5-16,1-7 16,8-1-1,3 1-15,6-2 16,2-2-16,1-4 16,1-3-16,3-3 15,3-3-15,5-4 16,5-9-16,5-5 15,5-7-15,5-2 16,4-4-16,2-4 16,5 0-1,2-3-15,2 0 16,1-6-16,4-2 16,-2 2-16,3 0 15,-1-1-15,1-1 16,-2 5-16,2-2 15,-2-2-15,2 2 16,-2 1-16,4-1 16,3 8-16,4 4 15,3 6 1,-1 5-16,2 1 16,-4 6-16,0 6 15,-2 7-15,-2 10 16,-4 10-16,1 3 15,-4 6-15,1 2 16,-3 5-16,-1 5 16,0 8-16,-3 9 15,0 0 1,4-14-16,9 4 16</inkml:trace>
  <inkml:trace contextRef="#ctx0" brushRef="#br0" timeOffset="204143.6">16734 9021 0,'0'0'0,"0"0"16,0 0-16,0 0 15,0 0 1,0 0-16,0 5 0,-4 8 15,-2 19 1,-17 22-16,-6 10 16,-4 7-16,-2 1 15,-1 2-15,0 4 16,0-4-16,7-4 16,3 0-16,5-7 15,5-9-15,2 0 16,6-5-1,3-4-15,4-8 16,1-7-16,1-11 16,1-5-16,-2-14 15,0 12-15,0-12 16,0 0-16</inkml:trace>
  <inkml:trace contextRef="#ctx0" brushRef="#br0" timeOffset="204810.4">16575 9155 0,'0'0'0,"0"0"0,0 0 0,0 0 16,0-2-1,0 2-15,0 0 16,0 0-16,0 0 16,19 15-16,6 5 15,6 10-15,4 8 16,2 6-16,1 4 16,3 3-16,4 4 15,4 7-15,0-1 16,0-6-1,-2-6-15,1-1 16,-1-4-16,-2-4 16,-1 0-16,-7-4 15,-1-5-15,-4 0 16,-6-8-16,-5-5 16,-5-3-16,-5-5 15,-11-10-15,13 11 16,-13-11-1,0 0-15,0 0 16,0 0-16,0 0 16,16 0-16,-7-15 15,7-15-15,7-29 16,1-7-16,-1-6 16,5-7-16,-2-3 15,2 3-15,0-6 16,-3 10-1,0 1-15,-5 6 16,-4 12-16,0 4 16,-3 8-16,-2 4 15,-1 9-15,-4 8 16,0 5-16,-3 4 16,-3 14-16,3-13 15,-3 13-15,0 0 16,0 0-1,0 0-15,-9 17 16</inkml:trace>
  <inkml:trace contextRef="#ctx0" brushRef="#br0" timeOffset="205344.28">15775 10579 0,'0'0'0,"0"0"16,0 0-1,0 0-15,14-6 16,31-15-16,45-14 16,17 2-16,13 2 15,2 3-15,13 0 16,11-3-16,0 0 16,16-3-16,-1 2 15,-4-1-15,11 0 16,-18 2-16,1 1 15,-9 6 1,-7 5-16,-10 5 16,-19 4-16,-9 3 15,-17 3-15,-16 3 16,-12 2-16,-17 1 16,-12 0-16,-23-2 15,22 3-15,-22-3 16,0 0-1,0 0-15,0 0 16,0 0-16,0 0 16,10 11-16</inkml:trace>
  <inkml:trace contextRef="#ctx0" brushRef="#br0" timeOffset="205844.18">16438 10859 0,'0'0'0,"0"0"0,0 0 15,0 0-15,10 0 16,17 0-16,26 0 15,16 0-15,6 0 16,9-6 0,8-4-16,7-5 15,5-3-15,-12-2 16,-6 1-16,-13 1 16,-10 1-16,-8 1 15,-10 3-15,-12 5 16,-11 3-1,-22 5-15,20-6 16,-20 6-16,0 0 16,0 0-16,0 0 15</inkml:trace>
  <inkml:trace contextRef="#ctx0" brushRef="#br0" timeOffset="207009.76">16477 10956 0,'0'0'0,"-2"4"0,2-4 0,0 0 16,0 0-16,0 0 15,-18 0-15,18 0 16,0 0-16,0 0 16,0 0-16,0 0 15,0 0-15,0 0 16,-15 1-16,15-1 15,0 0 1,0 0-16,0 0 16,0 0-16,0 0 15,0 0-15,0 9 16,0-9-16,0 0 16,0 0-16,0 0 15,0 0-15,2 12 16,-2-12-16,0 0 15,16 19-15,2 0 16,8 6 0,7-1-16,5-2 15,0-1-15,-1-3 16,-6-3-16,-2-1 16,-2-1-16,1-1 15,-2 0-15,-2-1 16,-4 0-16,-3-2 15,-17-9 1,23 16-16,-23-16 16,14 13-16,-14-13 15,8 9-15,-8-9 16,9 11-16,-9-11 16,0 0-16,7 12 15,-7-12-15,0 0 16,0 0-16,3 10 15,-3-10-15,0 0 16,0 0 0,0 0-16,-3 12 15,-6 1-15,-13 19 16,-22 18-16,-14 8 16,-5-2-16,-10 4 15,2-4-15,-4 1 16,-3-1-16,11-8 15,7-6-15,11-6 16,9-7-16,9-6 16,13-9-1,18-14-15,-19 15 16,19-15-16,0 0 16,0 0-16,-13 12 15,13-12-15,0 0 16,0 0-16,0 0 15,0 0-15,0 0 16,7 10-16,-7-10 16,42 11-1,-1-5-15,7-5 16,4-3-16,10-5 16,5-2-16,8-5 15,7-8-15,2 2 16,5-5-16,3 0 15,-6 1-15,1 0 16,0 1 0,-9 1-16,-4 3 15,-9 3-15,-3 1 16,-6 4-16,-9 2 16,-11 5-16,-13 2 15,-7 2-15,-16 0 16,15 0-16,-15 0 15,0 0-15,0 0 16,0 0-16,0 0 16,16 5-1,-16-5-15,0 0 16,0 0-16</inkml:trace>
  <inkml:trace contextRef="#ctx0" brushRef="#br0" timeOffset="207610.02">17802 10720 0,'0'0'0,"0"0"16,0 0-16,0 0 16,1 3-16,3 7 15,9 20-15,9 15 16,5 11-16,7 1 15,4-2-15,3-6 16,3-5-16,3-2 16,4-2-1,-1-1-15,2-2 16,-6-5-16,-2 0 16,-5-6-16,-2 0 15,-6-5-15,-4-3 16,-7-5-16,-5-3 15,-15-10-15,18 13 16,-18-13-16,0 0 16,0 0-16</inkml:trace>
  <inkml:trace contextRef="#ctx0" brushRef="#br0" timeOffset="208109.8">18435 10734 0,'0'0'0,"0"0"16,0-2-16,0 2 16,0 0-16,0 0 15,0 0-15,0 0 16,-8 13-16,-8 14 15,-12 24-15,-3 3 16,2-2 0,1-1-16,0-1 15,-2 0-15,-4 1 16,3-3-16,0-3 16,3-4-16,4-4 15,1-3-15,5-4 16,0-5-16,4 0 15,-1-2-15,1 1 16,0-2-16,1 1 16,-1-2-16,3-3 15,0 2 1,2-1-16,0 0 16,3 0-16,3 1 15,1-1-15,1-1 16,1-3-16,1-2 15,1-1-15,0-2 16,3 2-16,3-1 16,-8-11-16</inkml:trace>
  <inkml:trace contextRef="#ctx0" brushRef="#br0" timeOffset="208477.68">18923 11306 0,'0'0'0,"0"0"16,0 0-16,0 0 15,0 0-15,0 0 16,0 0-16,-4 0 16,4 0-16,-7 13 15,-2 6 1,-5 16-16,-4 6 16,-4 10-16,1-1 15,3-3-15,3-6 16,1-4-16,2-4 15,1-4 1,2-3 0,2-6-16,3-10 15,4-10 1</inkml:trace>
  <inkml:trace contextRef="#ctx0" brushRef="#br0" timeOffset="208692.95">18979 10894 0,'0'0'0,"0"0"0,0 0 0,0 0 16,0 0-1,0 0-15,0 0 16,0 0-16,0 0 15,0 0-15,0 0 16</inkml:trace>
  <inkml:trace contextRef="#ctx0" brushRef="#br0" timeOffset="209493.33">18089 9841 0,'0'0'0,"0"0"0,0 0 15,0 0-15,0 0 16,0 0-16,0 0 16,0 0-16,2 2 15,-2-2-15,20 8 16,9 2 0,13 3-16,4-3 15,5 0-15,6 1 16,2-5-16,7 1 15,1-2-15,-4-1 16,-3 0-16,-9-1 16,3-2-16,-3-1 15,-3 0-15,1 0 16,-12 0 0,0 0-16,-11 0 15,-8 0-15,-18 0 16,20 0-16,-20 0 15,0 0-15,0 0 16,0 0-16,0 0 16,0 0-16,0 0 15</inkml:trace>
  <inkml:trace contextRef="#ctx0" brushRef="#br0" timeOffset="209910.02">18196 10123 0,'0'0'0,"0"0"15,0 0-15,0 0 16,0 0-16,3-2 15,-3 2-15,32-7 16,24-1-16,27-4 16,14-3-16,5 1 15,1 0-15,-3-5 16,-7 0-16,1 0 16,-10 2-1,-10 1-15,-14 6 16,-18 1-16,-9 3 15,-9 3-15,-4-3 16,-20 6-16,22-2 16,-22 2-16,0 0 15,0 0-15,0 0 16,0 0-16,-75 26 16,-49-14-1</inkml:trace>
  <inkml:trace contextRef="#ctx0" brushRef="#br0" timeOffset="210177.48">18279 10119 0,'0'0'0,"0"0"0,0 0 15,0 0-15,0 0 16,0 0-16,1-1 16,-1 1-1,32-15-15,26-2 16,33-3-16,7 3 15,-7 2-15,-1 0 16,-9 2-16,-11 1 16,-11 3-16,-17 2 15,-12 4-15,-11 0 16,-19 3-16,19-3 16,-19 3-16,0 0 15,0 0 1,0 0-16,0 0 15,0 0-15</inkml:trace>
  <inkml:trace contextRef="#ctx0" brushRef="#br0" timeOffset="210610.44">19782 9422 0,'0'0'0,"0"0"16,0 0-16,0-2 16,0 2-16,0 0 15,0 0-15,0 0 16,37-9-16,27 1 16,35-4-1,8-2-15,-11 3 16,-3 1-16,-12 1 15,-11 1-15,-7 1 16,-9 3-16,-6-2 16,-9 5-16,-12-1 15,-12 2-15</inkml:trace>
  <inkml:trace contextRef="#ctx0" brushRef="#br0" timeOffset="210892.7">19829 9767 0,'0'0'0,"0"0"0,0 0 15,0 0-15,0 0 16,0 0-16,0 0 16,5 0-16,15 0 15,44-3 1,45-6-16,11-5 15,-1-7-15,3-1 16,-6-2-16,-8 3 16,-15 3-16,-18 2 15,-13 5-15,-11 0 16,-7 4 0,-6 1-16,-6 2 15,-5 1-15</inkml:trace>
  <inkml:trace contextRef="#ctx0" brushRef="#br0" timeOffset="211276.66">21402 8863 0,'0'0'0,"0"0"16,0 0-16,0 0 16,7 4-16,10 6 15,14 12-15,6 11 16,-1 5-16,3 5 16,-3 3-16,-1 1 15,2 1-15,-4 0 16,1 1-1,0 0-15,0-1 16,-4-4-16,-1-1 16,0-4-16,-2 2 15,1-2-15,-2-5 16,-6 1-16,-2-1 16,-3-3-16,-3-5 15</inkml:trace>
  <inkml:trace contextRef="#ctx0" brushRef="#br0" timeOffset="211660.49">21702 9350 0,'0'0'0,"0"0"16,0-3-16,0 3 15,-1-11-15,1 11 16,0 0-16,0 0 16,0 0-16,0 0 15,0 0-15,-16 2 16,-8 20-16,-17 14 16,0 3-16,-1 2 15,1 0 1,-4 5-16,2 1 15,3-1-15,4-4 16,9-7-16,4-4 16,2-5-16,5-4 15,1-3-15,4-3 16,-2-1-16,1 0 16,0 1-16,-1 2 15,-3 0 1,-5-4-16</inkml:trace>
  <inkml:trace contextRef="#ctx0" brushRef="#br0" timeOffset="213327.14">16472 8853 0,'0'0'0,"0"0"0,0 0 15,0-3-15,0 3 16,0 0-1,19-16-15,24-9 16,60-15-16,39-2 16,16 2-16,16 4 15,18 1-15,5 2 16,13 2-16,13 0 16,13 2-16,31-4 15,8 4-15,20 2 16,1 0-1,8 4-15,1 6 16,0 3-16,-2 0 16,-13 2-16,-9 0 15,-24 2-15,-12 1 16,-30 5-16,-11 6 16,-26 6-16,-22 5 15,-21 2-15,-30 3 16,-21 2-1,-18 5-15,-17 2 16,-11 5-16,-6 8 16,-8 12-16,-9 17 15,-9 16-15,-12 24 16,-10 19-16,-7 15 16,-6 17-16,-5 10 15,-2 24 1,2-2-16,16 23 15,15-27-15,15 142 32,3-90-32,1 41 15,-1-83-15,-6-73 16,0 20-16,-7-18 16,-19-1-16,-7-14 15,-18-14-15,-16-12 16,-7 5-1,-25 10-15,-5-13 16,-24-14-16,-5-42 16,-11-4-16,-12 4 15,-24 2-15,-28 5 16,-11-19-16,-19-21 16,9 10-16,-17 37 15,26-18-15,-9 9 16,8-13-16,1-7 15,6 2 1,-16 0-16,24-1 16,-29 1-16,5-4 15,7 1-15,-7 0 16,25-2-16,-1 0 16,10-1-16,7-2 15,7 0-15,15-4 16,5-4-1,14-7-15,17-7 16,13-6-16,12-6 16,6-8-16,11-5 15,4-7-15,11-7 16,10 0-16,0-12 16,2-3-16,5-8 15,2-10-15,7 0 16,3-5-1,-1-5-15,7-1 16,1-10-16,4-8 16,8-4-16,4-2 15,10-17-15,6-6 16,7 0-16,4 1 16,0 6-16,3-6 15,2-4-15,0-2 16,4 9-16,-1-1 15,2 4-15,-1 3 16,1 1 0,-3 9-16,0 7 15,-3 7-15,-1-1 16,-1 6-16,-1 1 16,-1 5-16,1 14 15,3 6-15,5 7 16,0 3-16,3 4 15,0 2 1,-1 6-16,3 6 16,1 7-16,-4 11 15,-7 10-15,-6 8 16,-12 12-16,14-9 16,-14 9-16,0 0 15,0 0-15,15-2 16,-15 2-16,13 12 15,0 2-15</inkml:trace>
  <inkml:trace contextRef="#ctx0" brushRef="#br0" timeOffset="-209170.3">13911 11739 0,'0'0'0,"0"0"0,0 0 16,0 0-16,0-3 15,0 3-15,0 0 16,0 0-16,0 0 16,0 0-16,1 11 15,3 18-15,2 22 16,-3 7-1,-5 3-15,-4-5 16,0-5-16,0-7 16,1-8-16,1-8 15,1-8-15,1-5 16,1-3-16,1-12 16,-3 17-16,3-17 15,-2 14-15,0-3 16,-1 3-16,1-5 15</inkml:trace>
  <inkml:trace contextRef="#ctx0" brushRef="#br0" timeOffset="-208653.69">12872 12689 0,'0'0'0,"0"0"16,0 0-16,0 0 16,0-2-16,0 2 15,0 0-15,43-17 16,11 4-1,18-2-15,13 2 16,4-1-16,6 2 16,5 0-16,5-2 15,7 2-15,5-2 16,1-1-16,9 3 16,7 0-16,5 4 15,0 4-15,5 2 16,7-1-16,-1 3 15,-3-2 1,-2 0-16,-9-3 16,-12 0-16,-9-4 15,-14 1-15,-17 0 16,-12 2-16,-21 2 16,-15 1-16,-13 2 15,-23 1-15,22-3 16,-22 3-16,0 0 15,0 0-15,0 0 16</inkml:trace>
  <inkml:trace contextRef="#ctx0" brushRef="#br0" timeOffset="-207584.32">13741 12925 0,'0'0'0,"0"0"0,0 0 15,0 0-15,-3-3 16,3 3 0,0 0-16,0 0 15,17-5-15,15-3 16,14 3-16,8-3 16,1 2-16,-2 2 15,-4 1-15,-10 0 16,-6 2-16,-10-1 15,-5 2-15,-18 0 16,19 0 0,-19 0-16,0 0 15,0 0-15,0 0 16,0 0-16,0 0 16,-35 27-16,-35 6 15,1-3-15,12-4 16,7-5-16,6-4 15,5-1-15,8-3 16,8-4 0,5-2-16,18-7 15,-20 10-15,20-10 16,0 0-16,0 0 16,-13 10-16,13-10 15,0 0-15,15 20 16,11-6-16,14-2 15,9 0 1,3-3-16,-4-3 16,-6-1-16,-8-3 15,-2 1-15,-5-1 16,-5 0-16,-4-1 16,-18-1-16,22 3 15,-22-3-15,0 0 16,0 0-16,15 6 15,-15-6 1,-14 24-16,-17 11 16,-10 2-16,0-8 15,5-4-15,4-6 16,3-1-16,8-4 16,6-5-16,15-9 15,-18 10-15,18-10 16,0 0-16,0 0 15,0 0-15,19 11 16,28-11-16,11-10 16,5-7-1,0-2-15,-5 0 16,-7 0-16,-6 4 16,-4 2-16,-10 2 15,-11 1-15</inkml:trace>
  <inkml:trace contextRef="#ctx0" brushRef="#br0" timeOffset="-207267.26">14538 12914 0,'0'0'0,"0"0"0,0 0 0,0 0 0,0 0 16,3 4-16,-3-4 15,22 20-15,1 1 16,5 4-16,2 5 16,0 0-16,-1 1 15,-2 1-15,-1 0 16,-4-4-16,-2-3 15,-2-4-15,-7-4 16,0-4-16,-11-13 16,8 11-1</inkml:trace>
  <inkml:trace contextRef="#ctx0" brushRef="#br0" timeOffset="-206969.96">14833 12924 0,'0'0'0,"0"0"0,0 0 16,0 0-16,0 0 16,0 0-16,0 0 15,0 0 1,0 0-16,0 0 16,-1 2-16,-6 10 15,-5 15-15,-8 9 16,0 4-16,-1 3 15,-1 3-15,-1-1 16,3-5-16,2-4 16,3-2-1,2-6-15,3-2 16,1-3-16,4-4 16,0-3-16</inkml:trace>
  <inkml:trace contextRef="#ctx0" brushRef="#br0" timeOffset="-206636.58">15141 13258 0,'0'0'0,"0"0"16,0 0-16,0 0 15,0 0-15,0 0 16,0 0-16,0 0 16,0 0-1,0 0-15,0 0 16,0 0-16,0 0 16,0 0-16,0 0 15,0 0-15,0 2 16,0-2-16,0 0 15,0 0-15,0 0 16,-3 22-16,2-3 16</inkml:trace>
  <inkml:trace contextRef="#ctx0" brushRef="#br0" timeOffset="-206204.24">15165 13053 0,'0'0'0,"0"0"15,0 0-15,-1-4 16,1 4-16,0 0 16,0 0-16,0 0 15,0 0 1,0 0-16,0 0 16,0 0-16,0 0 15</inkml:trace>
  <inkml:trace contextRef="#ctx0" brushRef="#br0" timeOffset="-205486.79">15698 12781 0,'0'0'0,"0"0"16,0 0-16,0 0 15,0 0-15,0 0 16,0 0-16,-7 10 15,-11 25-15,-11 36 16,-4 15-16,4-11 16,2 2-16,-1-1 15,-1 2-15,-1-1 16,-5-2 0,-3-1-16,0-1 15,0-5-15,1-1 16,2-4-16,3-7 15,2-4-15,1-7 16,3-4-16,5-9 16,5-10-16,7-7 15,9-15 1,0 0-16</inkml:trace>
  <inkml:trace contextRef="#ctx0" brushRef="#br0" timeOffset="-204670.65">15670 13459 0,'0'0'0,"0"0"0,0 0 0,0 0 0,0 0 16,0 0-16,1 7 16,1 13-16,-2 22 15,-6 14-15,-7 0 16,-3-4 0,0-5-16,0-5 15,-1-6-15,3-7 16,1-7-16,6-5 15,1-8-15,6-9 16,0 0-16,0 0 16,0 0-16,-18-13 15,11-24-15,10-18 16,4-13 0,8 0-16,5 3 15,3 9-15,-2 6 16,5 4-16,2 6 15,-1 6-15,-5 8 16,-3 8-16,1 6 16,-1 7-16,2 3 15,2 4 1,-1 7-16,1 4 16,-1 4-16,0 6 15,0 8-15,-3 4 16,2 4-16,-5 1 15,-2 2-15,1 4 16,1 4-16,-1-3 16,-2-4-16,0-7 15,-1-2-15,4-7 16,-3-7 0,-1-11-16,-12-9 15,31 0-15,-8-18 16,1-12-16,2-21 15,1-8-15,-7-8 16,-5-2-16,-1-4 16,-2 1-16,-2 8 15,-2 9-15,-1 11 16,0 5-16,-4 11 16,0 10-1,-2 6-15,-1 12 16,0-12-16,0 12 15,0 0-15,0 0 16</inkml:trace>
  <inkml:trace contextRef="#ctx0" brushRef="#br0" timeOffset="-203069.66">15578 11586 0,'0'0'0,"-1"-4"0,1 4 0,-10-19 15,-2-3-15,-3-8 16,-8-2-16,-8 1 16,-10-5-16,-1 3 15,-5 0-15,-8-1 16,-6-3-16,-7 0 16,-4 1-16,-1 2 15,-10 6 1,1 2-16,-7 5 15,-5 3-15,5 6 16,-2 1-16,-1 4 16,9 5-16,-4 3 15,2 6-15,-6 8 16,-2 8-16,-7 12 16,-5 11-1,4 12-15,1 10 16,1 7-16,1 7 15,8 6-15,5-1 16,8 1-16,1 2 16,3 3-16,4 2 15,8 2-15,8 1 16,6 12-16,11-7 16,11 5-16,10-3 15,12-3 1,17 7-16,9-2 15,14 5-15,9-3 16,19-5-16,12 4 16,11-9-16,9-4 15,6-5-15,8-6 16,4-10-16,13-8 16,6-1-16,6-6 15,11-4 1,-4-14-16,8-8 15,4-12-15,0-12 16,9-3-16,-9-4 16,13-6-16,-3-4 15,1-2-15,88-21 32,-59-2-32,10-15 15,-60 5 1,-64 9-16,9-6 15,-12-2-15,-8 3 16,-12 1-16,-13 1 16,-11-13-16,-7-2 15,-8-14-15,-9-2 16,-4-6-16,-10-8 16,-10-3-16,-7-2 15,-10 0 1,-8 0-16,-9-7 15,-3 1-15,-6-6 16,-3-2-16,-9-3 16,-7-1-16,-7 6 15,-15-5-15,-1 7 16,-12 1-16,-5 4 16,-1 6-16,-5 2 15,3 5 1,0 4-16,2 2 15,8 10-15,5 9 16,7 9-16,13 11 16,11 6-16,11 10 15,13 6-15,15 7 16,11 1-16,19 4 16,0 0-16,-17 9 15,6 15 1</inkml:trace>
  <inkml:trace contextRef="#ctx0" brushRef="#br0" timeOffset="-202502.75">15063 11222 0,'0'0'0,"0"0"16,0 0-16,6-7 15,20-24-15,40-29 16,24-13-16,7-6 16,2-1-16,1 0 15,1-2-15,-11 9 16,-12 10-1,-12 6-15,-13 12 16,-9 7-16,-11 9 16,-9 9-16,-6 6 15,-18 14-15,22-18 16</inkml:trace>
  <inkml:trace contextRef="#ctx0" brushRef="#br0" timeOffset="-202186.92">15137 11454 0,'0'0'0,"0"0"16,0 0-16,0 0 16,0 0-16,6 0 15,12-4-15,31-22 16,33-27-16,7-12 15,7-13 1,9-8-16,-1-5 16,-2 3-16,-8 4 15,-18 17-15,-12 12 16,-18 14-16,-17 16 16,-11 10-16,-18 15 15,18-15-15,-18 15 16,0 0-16</inkml:trace>
  <inkml:trace contextRef="#ctx0" brushRef="#br0" timeOffset="-199917.16">16750 13110 0,'0'0'0,"-4"-4"0,4 4 16,-20-23-16,-6-3 16,-4-2-16,-3 2 15,-10-6-15,-3 2 16,-4-6-16,-8-3 15,-3-1-15,-7-1 16,-6-3 0,-4 1-16,-16 2 15,-8 3-15,-10 5 16,-3 4-16,-7 1 16,2 6-16,-5 6 15,-6 5-15,6 9 16,-14 2-16,11 3 15,-11 7-15,7 4 16,0 6 0,4 2-16,8 1 15,1 4-15,11 0 16,11 0-16,13-2 16,8-3-16,13-1 15,11-3-15,14-3 16,12-2-16,4 3 15,0 8 1,-5 14-16,0 12 16,4 2-16,7-2 15,0 8-15,0 2 16,2 3-16,2 0 16,4-3-16,2 3 15,2 0-15,3-3 16,1-2-16,5-1 15,4-1 1,6 0-16,2 0 16,5 1-16,7-1 15,7-7-15,11-3 16,10-6-16,8-3 16,9-2-16,10-8 15,7-5-15,5 0 16,11-8-16,-4-4 15,4 0-15,0-5 16,2 1 0,3-2-16,-1-2 15,-2-1-15,-8 1 16,2-4-16,-3 2 16,-2 0-16,1 0 15,-3 0-15,-2 0 16,-2 0-16,1 0 15,-6 0 1,-2 0-16,-4 0 16,-6-1-16,-1-1 15,-7-2-15,0-2 16,-3-1-16,-3-6 16,-4-3-16,-6-2 15,0-2-15,0-4 16,-4-1-16,-5 0 15,-5-3 1,-5-6-16,-1-4 16,-5-7-16,-5 3 15,-6 2-15,-2-4 16,-2-3-16,-3-5 16,-6-8-16,-7-2 15,-4 1-15,-5 1 16,-6-1-16,-4 1 15,-8-5-15,-13 6 16,-4 5 0,-9 2-16,-4 4 15,-10 0-15,-13-3 16,1 8-16,-12 2 16,-1 5-16,0 6 15,-6 2-15,6 6 16,0-1-16,2 1 15,13 4-15,3 0 16,5 2-16,14 4 16,10 1-1,11 3-15,13 3 16,8 2-16,18 3 16,-19-4-16,19 4 15,0 0-15,0 0 16,0 0-16,0 0 15,0 0-15,8 10 16</inkml:trace>
  <inkml:trace contextRef="#ctx0" brushRef="#br0" timeOffset="-199270.25">18668 13265 0,'0'0'0,"0"0"16,0 0-16,0 0 16,4 0-1,-4 0-15,45-4 16,6-1-16,11-2 16,6-3-16,2-1 15,2-2-15,-4-2 16,2 3-16,-5-1 15,-4 1-15,-4 3 16,-15 5-16,-12 3 16,-11 2-16,-19-1 15</inkml:trace>
  <inkml:trace contextRef="#ctx0" brushRef="#br0" timeOffset="-198970.39">18699 13714 0,'0'0'0,"0"0"15,0 0 1,0 0-16,9 0 16,16 0-16,23-2 15,22-6-15,2-7 16,1-5-16,0-3 15,-8 4-15,-6 1 16,-7 2-16,-13 5 16,-6 2-1,-7 1-15,-6 2 16,-5 0-16,-15 6 16,25-9-16,-25 9 15,30-13-15</inkml:trace>
  <inkml:trace contextRef="#ctx0" brushRef="#br0" timeOffset="-198553.75">21040 12931 0,'0'0'0,"0"0"16,0 0-16,0 0 15,0 0-15,0 0 16,-2 5-16,-4 8 15,-3 7-15,-1 6 16,-1 2-16,2-3 16,0 2-16,0 1 15,2-1 1,-2 0-16,1 0 16,1-3-16,0 0 15,1-4-15,-2-1 16,-1 3-16,1-9 15</inkml:trace>
  <inkml:trace contextRef="#ctx0" brushRef="#br0" timeOffset="-198086.14">20067 13562 0,'0'0'0,"0"0"0,0 0 15,0 0-15,0 0 16,8 2 0,13 2-16,22 3 15,21-3-15,14-8 16,12-6-16,9-5 15,2-3-15,12-3 16,2-4-16,-1 0 16,6-2-16,-14 4 15,10 0 1,-10 6-16,-5 3 16,-2 3-16,-6 1 15,-6 5-15,-10 1 16,-12 3-16,-8 1 15,-6 0-15,-10 0 16,-9 1-16,-11 1 16,-21-2-16,20 2 15,-20-2 1,0 0-16,0 0 16,-23 13-16,-34 2 15,-47 6 1</inkml:trace>
  <inkml:trace contextRef="#ctx0" brushRef="#br0" timeOffset="-197719.71">20731 13834 0,'0'0'0,"0"0"0,0 0 16,0 0-16,3 3 15,-3-3-15,25 24 16,1 1 0,4 0-16,6 3 15,3 0-15,-2-2 16,0-3-16,-5-3 15,-2-5-15,1 1 16,2-2-16,-2 0 16,-5-2-16,-7-3 15,-19-9 1,28 11-16,-28-11 16,15 8-16,-15-8 15,0 0-15,0 0 16</inkml:trace>
  <inkml:trace contextRef="#ctx0" brushRef="#br0" timeOffset="-197336.78">21211 13896 0,'0'0'0,"0"0"0,0 0 15,0 0-15,0 0 16,0 0-16,-8 6 16,-14 6-16,-15 11 15,-3 4-15,4-3 16,0 0 0,0 2-16,-5 3 15,0 0-15,2-1 16,4-2-16,1-3 15,3-2-15,3-1 16,4-3-16,3-5 16,8-1-16,13-11 15,-18 15-15,18-15 16,0 0-16,0 0 16,-10 11-1,10-11-15,0 0 16</inkml:trace>
  <inkml:trace contextRef="#ctx0" brushRef="#br0" timeOffset="-196603.23">20613 13911 0,'0'0'0,"0"0"0,0 0 15,0 0-15,0 0 16,6-6 0,4-5-16,5-4 15,3-2-15,4-1 16,7 2-16,14-3 15,7 0-15,10 1 16,-5 1-16,-5 1 16,4 1-16,-2 1 15,3 2-15,-4 5 16,-7 3-16,-4 0 16,-7 1-16,-10 2 15,-5 0 1,-18 1-16,16 0 15,-16 0-15,0 0 16,0 0-16,0 0 16,0 0-16,0 0 15,-50 23-15,-20-4 16,-5-3-16,3-1 16,5-2-1,3 0-15,9-2 16,10-5-16,15-3 15,7 1-15,23-4 16,-24 2-16,24-2 16,0 0-16,0 0 15,-17 0-15,17 0 16,0 0 0,0 0-16,0 0 15,21-10-15,23-3 16,12 1-16,-4 2 15,-5 3-15,6-3 16,-2 1-16,0 1 16,-9 2-16,-15 3 15,-6 0-15,-21 3 16,21-2-16,-21 2 16,0 0-1</inkml:trace>
  <inkml:trace contextRef="#ctx0" brushRef="#br0" timeOffset="-195770.5">22181 12998 0,'0'0'0,"0"0"16,0 0-16,0 0 16,0 0-16,0 0 15,5 0-15,18 0 16,33-1-16,21-5 16,0-3-1,-3 0-15,-6-1 16,-9 1-16,-8 1 15,-6 1-15,-7 3 16,-10 0-16,-7 1 16,-21 3-16,16-2 15,-16 2-15</inkml:trace>
  <inkml:trace contextRef="#ctx0" brushRef="#br0" timeOffset="-195470.49">22183 13268 0,'0'0'0,"0"0"0,0 0 16,0 0-16,8-2 16,14-1-16,31-6 15,16-2 1,3-2-16,0 2 15,-2-1-15,-4 1 16,-7 3-16,-12-1 16,-11 1-16,-11 2 15,-5 2-15,-20 4 16,27-6-16,-27 6 16,28-17-16</inkml:trace>
  <inkml:trace contextRef="#ctx0" brushRef="#br0" timeOffset="-195103.58">23243 12648 0,'0'0'0,"0"0"15,0 0-15,0 0 16,0 0-16,6 3 16,-6-3-16,22 24 15,1-1-15,2 4 16,-2 0-16,0 2 16,3 0-16,-1 1 15,0 1 1,-1-2-16,-2-3 15,-3-3-15,-2-5 16,-3-1-16,3 0 16,-2 1-16,-2-5 15,-13-13-15,13 15 16,-13-15-16</inkml:trace>
  <inkml:trace contextRef="#ctx0" brushRef="#br0" timeOffset="-194836.52">23473 12793 0,'0'0'0,"0"0"0,0 0 0,0 0 0,0 0 16,0 0-16,-7 8 16,-9 9-16,-12 14 15,-8 8-15,0 1 16,0-1-1,2-2-15,3 0 16,8-5-16,3-2 16,4 0-16,2-4 15,-1 2-15,1-3 16,3-1-16,-1-6 16,4 1-16,-2-3 15,1-4-15,9-12 16</inkml:trace>
  <inkml:trace contextRef="#ctx0" brushRef="#br0" timeOffset="-193336.54">23972 12366 0,'0'0'0,"0"0"0,0 0 0,0 0 0,-2-4 16,-20-9-16,-45-7 16,-36-5-16,-8 8 15,-3 3-15,-19 5 16,-9 3-1,-9 2-15,0 6 16,0 0-16,7 4 16,8 0-16,14 2 15,5 1-15,5 3 16,7 1-16,1 1 16,6 2-16,5 2 15,0 6-15,1 6 16,5 1-1,-4 5-15,5 0 16,4 4-16,6 0 16,10 1-16,0 4 15,0 2-15,-3 4 16,-6 6-16,0-2 16,-2 4-16,0 3 15,9-7-15,3 3 16,11-4-1,2-2-15,2-1 16,4-6-16,5-3 16,10 0-16,8-6 15,5 0-15,0 1 16,2-1-16,5-2 16,3-2-16,0-3 15,3 2-15,0 0 16,1 5-16,2 3 15,0 4 1,2 2-16,2 0 16,0-1-16,2-2 15,1-2-15,0-1 16,2-5-16,-1-4 16,-1-2-16,2 0 15,1-4-15,6-3 16,4 1-16,11 0 15,10 2 1,8 1-16,3-6 16,9-3-16,9-5 15,1-3-15,0-3 16,-3-4-16,5-2 16,7-2-16,1 0 15,7 0 1,-4-1-16,5 1 15,6-4-15,-1-2 16,7-2-16,-1-4 16,-3 1-16,-5-3 15,-7-4-15,3 1 16,-3-4-16,2 4 16,-1-3-16,3 0 15,-3-1-15,-2-1 16,1-3-16,-4-2 15,6-4 1,1 0-16,-2-1 16,-5-3-16,0-3 15,-6-4-15,3-5 16,0 0-16,0-3 16,-1-1-16,-7 4 15,0-3-15,-3 0 16,-7 1-16,-6-1 15,-4 3-15,-7-1 16,-6-2 0,-1-5-16,-4 1 15,-6 3-15,-2 2 16,-3-2-16,-3-6 16,-6-3-16,-7-2 15,-5 6-15,-5 0 16,-2-1-1,-4 1-15,-3-1 16,-2-2-16,-3 6 16,-1 4-16,-2 3 15,1 8-15,-1 5 16,-1 3-16,0 7 16,4 4-16,4 10 15,17 12-15,-23-16 16,23 16-16,-16-6 15,16 6 1,0 0-16,0 0 16,-15 0-16,15 0 15,0 0-15,0 0 16,0 0-16,0 0 16,0 0-16,0 0 15,0 10-15,0-10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966F2-D852-4790-88BA-F937A7B6C53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7C2E1-0CBE-46AD-AE44-0D86F64F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461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1452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will learn models that explicitly assign probabilities to data.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likelihood-based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is like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quality inspector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can score any sample.</a:t>
            </a:r>
          </a:p>
          <a:p>
            <a:r>
              <a:rPr lang="en-US" dirty="0"/>
              <a:t>These models try to answer a very simple question: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How likely is this data point?</a:t>
            </a:r>
            <a:r>
              <a:rPr lang="en-US" dirty="0"/>
              <a:t> Instead of just learning features, we now try to </a:t>
            </a:r>
            <a:r>
              <a:rPr lang="en-US" b="1" dirty="0"/>
              <a:t>learn the full data distribution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C2E1-0CBE-46AD-AE44-0D86F64F6CD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187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Why do we even care about modeling probability distributions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If I truly understand how data is distributed, I should be able to generate new data that looks real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Examples:</a:t>
                </a:r>
              </a:p>
              <a:p>
                <a:r>
                  <a:rPr lang="en-US" dirty="0"/>
                  <a:t>Generate images</a:t>
                </a:r>
              </a:p>
              <a:p>
                <a:r>
                  <a:rPr lang="en-US" dirty="0"/>
                  <a:t>Generate speech</a:t>
                </a:r>
              </a:p>
              <a:p>
                <a:r>
                  <a:rPr lang="en-US" dirty="0"/>
                  <a:t>Generate text (next word prediction)</a:t>
                </a:r>
              </a:p>
              <a:p>
                <a:br>
                  <a:rPr lang="en-US" dirty="0"/>
                </a:br>
                <a:r>
                  <a:rPr lang="en-US" dirty="0"/>
                  <a:t>Sampling from a distribution is generation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If something is very likely, I should store it using fewer bits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GB" dirty="0"/>
                  <a:t>Common patterns → short codes</a:t>
                </a:r>
              </a:p>
              <a:p>
                <a:r>
                  <a:rPr lang="en-GB" dirty="0"/>
                  <a:t>Rare patterns → longer codes</a:t>
                </a:r>
              </a:p>
              <a:p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This is why probability and compression are mathematically connected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If a model assigns very low probability to a data point, we can call it abnormal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Example:</a:t>
                </a:r>
              </a:p>
              <a:p>
                <a:r>
                  <a:rPr lang="en-US" dirty="0"/>
                  <a:t>Fault detection in sensors</a:t>
                </a:r>
              </a:p>
              <a:p>
                <a:r>
                  <a:rPr lang="en-US" dirty="0"/>
                  <a:t>Defective images in manufacturing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A likelihood-based model explicitly learns a probability distribution over data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/>
                <a:r>
                  <a:rPr lang="en-GB" dirty="0"/>
                  <a:t>We are given samples:</a:t>
                </a:r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,…,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ar-AE" dirty="0"/>
              </a:p>
              <a:p>
                <a:r>
                  <a:rPr lang="en-GB" dirty="0"/>
                  <a:t>These come from an unknown true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data</m:t>
                        </m:r>
                      </m:sub>
                    </m:sSub>
                    <m:d>
                      <m:dPr>
                        <m:ctrlPr>
                          <a:rPr lang="ar-AE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GB" dirty="0"/>
                  <a:t>Our goal:</a:t>
                </a:r>
              </a:p>
              <a:p>
                <a:r>
                  <a:rPr lang="en-GB" i="1" dirty="0"/>
                  <a:t>“Learn a model distribution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i="1" dirty="0"/>
                  <a:t>that behaves like the real one.”</a:t>
                </a:r>
                <a:endParaRPr lang="en-GB" dirty="0"/>
              </a:p>
              <a:p>
                <a:br>
                  <a:rPr lang="en-US" dirty="0"/>
                </a:br>
                <a:r>
                  <a:rPr lang="en-GB" b="1" dirty="0"/>
                  <a:t>What must the model allow us to do?</a:t>
                </a:r>
              </a:p>
              <a:p>
                <a:r>
                  <a:rPr lang="en-GB" dirty="0"/>
                  <a:t>A good likelihood model must allow:</a:t>
                </a:r>
              </a:p>
              <a:p>
                <a:r>
                  <a:rPr lang="en-GB" b="1" dirty="0"/>
                  <a:t>Compute probability</a:t>
                </a:r>
                <a:endParaRPr lang="en-GB" dirty="0"/>
              </a:p>
              <a:p>
                <a:r>
                  <a:rPr lang="en-GB" i="1" dirty="0"/>
                  <a:t>“Given any input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GB" i="1" dirty="0"/>
                  <a:t>, I should be able to compute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i="1" dirty="0"/>
                  <a:t>.”</a:t>
                </a:r>
                <a:endParaRPr lang="ar-AE" dirty="0"/>
              </a:p>
              <a:p>
                <a:r>
                  <a:rPr lang="en-GB" b="1" dirty="0"/>
                  <a:t>Generate data</a:t>
                </a:r>
                <a:endParaRPr lang="en-GB" dirty="0"/>
              </a:p>
              <a:p>
                <a:r>
                  <a:rPr lang="en-GB" i="1" dirty="0"/>
                  <a:t>“I should be able to sample new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GB" i="1" dirty="0"/>
                  <a:t>’s from the model.”</a:t>
                </a:r>
                <a:endParaRPr lang="en-GB" dirty="0"/>
              </a:p>
              <a:p>
                <a:r>
                  <a:rPr lang="en-GB" i="1" dirty="0"/>
                  <a:t>“If a model can’t do both, it’s not a proper generative model.”</a:t>
                </a:r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br>
                  <a:rPr lang="en-US" dirty="0"/>
                </a:b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 only see samples; we want to learn the unknown data distribution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likelihood-based generative model learns what ‘normal’ data looks like by learning a probability score for every possible example</a:t>
                </a: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Imagine a factory quality inspector. For every part coming on the line, the inspector gives a score:</a:t>
                </a: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“This looks normal: 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high score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”</a:t>
                </a: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“This looks suspicious: 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low score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”</a:t>
                </a: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What are we trying to build?</a:t>
                </a: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model that becomes this inspector.</a:t>
                </a: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Input: any data sample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(image, sensor vector, log sequence)</a:t>
                </a: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Output: a 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normality score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→ probability (likelihood)</a:t>
                </a: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Why do we care?</a:t>
                </a: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Because if you can score “how normal” something is, you can do three huge things:</a:t>
                </a: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Anomaly detection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low score = potential fault</a:t>
                </a: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Generation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if you know what “normal” is, you can 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produce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normal samples</a:t>
                </a: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Compression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normal patterns can be encoded shorter (more predictable)</a:t>
                </a:r>
              </a:p>
              <a:p>
                <a:pPr fontAlgn="t"/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t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 want a model that can look at any sample and say: ‘How normal is this?’</a:t>
                </a: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If it’s normal, probability is high. If it’s weird, probability is low</a:t>
                </a:r>
              </a:p>
              <a:p>
                <a:pPr marL="0" marR="0" lvl="0" indent="0" algn="l" defTabSz="914400" rtl="0" eaLnBrk="1" fontAlgn="t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If I can score normality, I can detect anomalies, generate new examples, and compress data.”</a:t>
                </a:r>
              </a:p>
              <a:p>
                <a:pPr marL="0" marR="0" lvl="0" indent="0" algn="l" defTabSz="914400" rtl="0" eaLnBrk="1" fontAlgn="t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Why do we even care about modeling probability distributions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If I truly understand how data is distributed, I should be able to generate new data that looks real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Examples:</a:t>
                </a:r>
              </a:p>
              <a:p>
                <a:r>
                  <a:rPr lang="en-US" dirty="0"/>
                  <a:t>Generate images</a:t>
                </a:r>
              </a:p>
              <a:p>
                <a:r>
                  <a:rPr lang="en-US" dirty="0"/>
                  <a:t>Generate speech</a:t>
                </a:r>
              </a:p>
              <a:p>
                <a:r>
                  <a:rPr lang="en-US" dirty="0"/>
                  <a:t>Generate text (next word prediction)</a:t>
                </a:r>
              </a:p>
              <a:p>
                <a:br>
                  <a:rPr lang="en-US" dirty="0"/>
                </a:br>
                <a:r>
                  <a:rPr lang="en-US" dirty="0"/>
                  <a:t>Sampling from a distribution is generation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If something is very likely, I should store it using fewer bits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GB" dirty="0"/>
                  <a:t>Common patterns → short codes</a:t>
                </a:r>
              </a:p>
              <a:p>
                <a:r>
                  <a:rPr lang="en-GB" dirty="0"/>
                  <a:t>Rare patterns → longer codes</a:t>
                </a:r>
              </a:p>
              <a:p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This is why probability and compression are mathematically connected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If a model assigns very low probability to a data point, we can call it abnormal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Example:</a:t>
                </a:r>
              </a:p>
              <a:p>
                <a:r>
                  <a:rPr lang="en-US" dirty="0"/>
                  <a:t>Fault detection in sensors</a:t>
                </a:r>
              </a:p>
              <a:p>
                <a:r>
                  <a:rPr lang="en-US" dirty="0"/>
                  <a:t>Defective images in manufacturing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A likelihood-based model explicitly learns a probability distribution over data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r>
                  <a:rPr lang="en-GB" dirty="0"/>
                  <a:t>We are given samples:</a:t>
                </a:r>
                <a:br>
                  <a:rPr lang="en-GB" dirty="0"/>
                </a:b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𝑥^((1) ),𝑥^((2) ),…,𝑥^((𝑛) )</a:t>
                </a:r>
                <a:endParaRPr lang="ar-AE" dirty="0"/>
              </a:p>
              <a:p>
                <a:r>
                  <a:rPr lang="en-GB" dirty="0"/>
                  <a:t>These come from an unknown true distribution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𝑝_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"data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 (𝑥)</a:t>
                </a:r>
                <a:endParaRPr lang="ar-AE" dirty="0"/>
              </a:p>
              <a:p>
                <a:r>
                  <a:rPr lang="en-GB" dirty="0"/>
                  <a:t>Our goal:</a:t>
                </a:r>
              </a:p>
              <a:p>
                <a:r>
                  <a:rPr lang="en-GB" i="1" dirty="0"/>
                  <a:t>“Learn a model distribution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(𝑥)</a:t>
                </a:r>
                <a:r>
                  <a:rPr lang="en-GB" i="1" dirty="0"/>
                  <a:t>that behaves like the real one.”</a:t>
                </a:r>
                <a:endParaRPr lang="en-GB" dirty="0"/>
              </a:p>
              <a:p>
                <a:br>
                  <a:rPr lang="en-US" dirty="0"/>
                </a:br>
                <a:r>
                  <a:rPr lang="en-GB" b="1" dirty="0"/>
                  <a:t>What must the model allow us to do?</a:t>
                </a:r>
              </a:p>
              <a:p>
                <a:r>
                  <a:rPr lang="en-GB" dirty="0"/>
                  <a:t>A good likelihood model must allow:</a:t>
                </a:r>
              </a:p>
              <a:p>
                <a:r>
                  <a:rPr lang="en-GB" b="1" dirty="0"/>
                  <a:t>Compute probability</a:t>
                </a:r>
                <a:endParaRPr lang="en-GB" dirty="0"/>
              </a:p>
              <a:p>
                <a:r>
                  <a:rPr lang="en-GB" i="1" dirty="0"/>
                  <a:t>“Given any input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GB" i="1" dirty="0"/>
                  <a:t>, I should be able to compute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(𝑥)</a:t>
                </a:r>
                <a:r>
                  <a:rPr lang="ar-AE" i="1" dirty="0"/>
                  <a:t>.”</a:t>
                </a:r>
                <a:endParaRPr lang="ar-AE" dirty="0"/>
              </a:p>
              <a:p>
                <a:r>
                  <a:rPr lang="en-GB" b="1" dirty="0"/>
                  <a:t>Generate data</a:t>
                </a:r>
                <a:endParaRPr lang="en-GB" dirty="0"/>
              </a:p>
              <a:p>
                <a:r>
                  <a:rPr lang="en-GB" i="1" dirty="0"/>
                  <a:t>“I should be able to sample new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GB" i="1" dirty="0"/>
                  <a:t>’s from the model.”</a:t>
                </a:r>
                <a:endParaRPr lang="en-GB" dirty="0"/>
              </a:p>
              <a:p>
                <a:r>
                  <a:rPr lang="en-GB" i="1" dirty="0"/>
                  <a:t>“If a model can’t do both, it’s not a proper generative model.”</a:t>
                </a:r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br>
                  <a:rPr lang="en-US" dirty="0"/>
                </a:b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 only see samples; we want to learn the unknown data distribution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likelihood-based generative model learns what ‘normal’ data looks like by learning a probability score for every possible example</a:t>
                </a: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Imagine a factory quality inspector. For every part coming on the line, the inspector gives a score:</a:t>
                </a: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“This looks normal: 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high score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”</a:t>
                </a: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“This looks suspicious: 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low score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”</a:t>
                </a: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What are we trying to build?</a:t>
                </a: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model that becomes this inspector.</a:t>
                </a: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Input: any data sample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𝑥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(image, sensor vector, log sequence)</a:t>
                </a: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Output: a 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normality score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→ probability (likelihood)</a:t>
                </a: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Why do we care?</a:t>
                </a: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Because if you can score “how normal” something is, you can do three huge things:</a:t>
                </a: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Anomaly detection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low score = potential fault</a:t>
                </a: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Generation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if you know what “normal” is, you can 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produce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normal samples</a:t>
                </a: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Compression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normal patterns can be encoded shorter (more predictable)</a:t>
                </a:r>
              </a:p>
              <a:p>
                <a:pPr fontAlgn="t"/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t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 want a model that can look at any sample and say: ‘How normal is this?’</a:t>
                </a: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If it’s normal, probability is high. If it’s weird, probability is low</a:t>
                </a:r>
              </a:p>
              <a:p>
                <a:pPr marL="0" marR="0" lvl="0" indent="0" algn="l" defTabSz="914400" rtl="0" eaLnBrk="1" fontAlgn="t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If I can score normality, I can detect anomalies, generate new examples, and compress data.”</a:t>
                </a:r>
              </a:p>
              <a:p>
                <a:pPr marL="0" marR="0" lvl="0" indent="0" algn="l" defTabSz="914400" rtl="0" eaLnBrk="1" fontAlgn="t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C2E1-0CBE-46AD-AE44-0D86F64F6CD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127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High dimensionality</a:t>
            </a:r>
          </a:p>
          <a:p>
            <a:r>
              <a:rPr lang="en-US" i="1" dirty="0"/>
              <a:t>“A single 128×128 RGB image lives in a 50,000-dimensional space.”</a:t>
            </a:r>
            <a:endParaRPr lang="en-US" dirty="0"/>
          </a:p>
          <a:p>
            <a:r>
              <a:rPr lang="en-US" i="1" dirty="0"/>
              <a:t>“How many examples would I need to cover that space by brute force?”</a:t>
            </a:r>
            <a:endParaRPr lang="en-US" dirty="0"/>
          </a:p>
          <a:p>
            <a:r>
              <a:rPr lang="en-US" dirty="0"/>
              <a:t>Answer:</a:t>
            </a:r>
          </a:p>
          <a:p>
            <a:r>
              <a:rPr lang="en-US" i="1" dirty="0"/>
              <a:t>“Astronomical. Impossible.”</a:t>
            </a:r>
            <a:endParaRPr lang="en-US" dirty="0"/>
          </a:p>
          <a:p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b="1" dirty="0"/>
              <a:t>Efficiency requirements</a:t>
            </a:r>
          </a:p>
          <a:p>
            <a:r>
              <a:rPr lang="en-US" i="1" dirty="0"/>
              <a:t>Even if I had the data, I still want:</a:t>
            </a:r>
            <a:endParaRPr lang="en-US" dirty="0"/>
          </a:p>
          <a:p>
            <a:r>
              <a:rPr lang="en-US" dirty="0"/>
              <a:t>Fast training</a:t>
            </a:r>
          </a:p>
          <a:p>
            <a:r>
              <a:rPr lang="en-US" dirty="0"/>
              <a:t>Compact model</a:t>
            </a:r>
          </a:p>
          <a:p>
            <a:r>
              <a:rPr lang="en-US" dirty="0"/>
              <a:t>Good generalization</a:t>
            </a:r>
          </a:p>
          <a:p>
            <a:r>
              <a:rPr lang="en-US" dirty="0"/>
              <a:t>Fast sampling</a:t>
            </a:r>
          </a:p>
          <a:p>
            <a:r>
              <a:rPr lang="en-US" dirty="0"/>
              <a:t>Good compression</a:t>
            </a:r>
          </a:p>
          <a:p>
            <a:r>
              <a:rPr lang="en-US" i="1" dirty="0"/>
              <a:t>“This is the tension: expressive but efficient.”</a:t>
            </a:r>
            <a:endParaRPr lang="en-US" dirty="0"/>
          </a:p>
          <a:p>
            <a:pPr fontAlgn="t"/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City Map vs The Phone GPS” (Explains histogram → curse → parameterization)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A: Histogram = drawing a detailed map by hand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Suppose you want a map of a city. You start by dividing the city into small squares (bins) and writing down: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“How many people visited each square?”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That’s a histogram: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 visits per square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B: Works in small cities (1D)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your “city” is just a road (1D), this is easy.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C: Fails in big cities (high dimension)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imagine the city is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50,000-dimensional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(like an image: 128×128×3).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“grid” becomes astronomical. Most squares have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 visits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So the map is useless.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 conclusion: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“Counting works only when the world is small. High-dimensional worlds are too big to count.”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D: Parameterized distribution = GPS model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mapping every square manually, you use a smaller model: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“Traffic behaves like these patterns (few parameters)”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“Roads are connected, flows are smooth”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That’s parameterization: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structure instead of brute-force counting.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“We move from memorization (counting) to structure (parametric models).”</a:t>
            </a:r>
          </a:p>
          <a:p>
            <a:pPr fontAlgn="t"/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C2E1-0CBE-46AD-AE44-0D86F64F6CD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004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i="1" dirty="0"/>
                  <a:t>“Let’s start with the </a:t>
                </a:r>
                <a:r>
                  <a:rPr lang="en-US" b="1" i="1" dirty="0"/>
                  <a:t>simplest possible generative model</a:t>
                </a:r>
                <a:r>
                  <a:rPr lang="en-US" i="1" dirty="0"/>
                  <a:t>.”</a:t>
                </a:r>
                <a:endParaRPr lang="en-US" dirty="0"/>
              </a:p>
              <a:p>
                <a:r>
                  <a:rPr lang="en-GB" b="1" dirty="0"/>
                  <a:t>Assumption</a:t>
                </a:r>
              </a:p>
              <a:p>
                <a:r>
                  <a:rPr lang="en-GB" i="1" dirty="0"/>
                  <a:t>“Suppose data can take only a finite set of values:</a:t>
                </a:r>
                <a:br>
                  <a:rPr lang="en-GB" i="1" dirty="0"/>
                </a:br>
                <a:r>
                  <a:rPr lang="en-GB" i="1" dirty="0"/>
                  <a:t>1, 2, 3, …, k.”</a:t>
                </a:r>
                <a:endParaRPr lang="en-GB" dirty="0"/>
              </a:p>
              <a:p>
                <a:r>
                  <a:rPr lang="en-GB" dirty="0"/>
                  <a:t>Examples:</a:t>
                </a:r>
              </a:p>
              <a:p>
                <a:r>
                  <a:rPr lang="en-GB" dirty="0"/>
                  <a:t>Dice rolls</a:t>
                </a:r>
              </a:p>
              <a:p>
                <a:r>
                  <a:rPr lang="en-GB" dirty="0"/>
                  <a:t>Discrete symbols</a:t>
                </a:r>
              </a:p>
              <a:p>
                <a:r>
                  <a:rPr lang="en-GB" dirty="0"/>
                  <a:t>Quantized pixels</a:t>
                </a:r>
              </a:p>
              <a:p>
                <a:br>
                  <a:rPr lang="en-GB" dirty="0"/>
                </a:br>
                <a:endParaRPr lang="en-GB" dirty="0"/>
              </a:p>
              <a:p>
                <a:r>
                  <a:rPr lang="en-GB" b="1" dirty="0"/>
                  <a:t>The model</a:t>
                </a:r>
              </a:p>
              <a:p>
                <a:r>
                  <a:rPr lang="en-GB" i="1" dirty="0"/>
                  <a:t>“We store one number per value:</a:t>
                </a:r>
                <a:br>
                  <a:rPr lang="en-GB" i="1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,…,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i="1" dirty="0"/>
                  <a:t>”</a:t>
                </a:r>
                <a:endParaRPr lang="ar-AE" dirty="0"/>
              </a:p>
              <a:p>
                <a:endParaRPr lang="en-GB" dirty="0"/>
              </a:p>
              <a:p>
                <a:r>
                  <a:rPr lang="en-US" dirty="0"/>
                  <a:t>These represent:</a:t>
                </a:r>
              </a:p>
              <a:p>
                <a:r>
                  <a:rPr lang="en-US" i="1" dirty="0"/>
                  <a:t>“The probability of seeing each value.”</a:t>
                </a:r>
                <a:endParaRPr lang="en-US" dirty="0"/>
              </a:p>
              <a:p>
                <a:endParaRPr lang="en-GB" dirty="0"/>
              </a:p>
              <a:p>
                <a:r>
                  <a:rPr lang="en-GB" b="1" dirty="0"/>
                  <a:t>Training = counting</a:t>
                </a:r>
              </a:p>
              <a:p>
                <a:r>
                  <a:rPr lang="en-GB" dirty="0"/>
                  <a:t>Say:</a:t>
                </a:r>
              </a:p>
              <a:p>
                <a:r>
                  <a:rPr lang="en-GB" i="1" dirty="0"/>
                  <a:t>“Training is just counting how often each value appears.”</a:t>
                </a:r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count</m:t>
                          </m:r>
                          <m:r>
                            <m:rPr>
                              <m:nor/>
                            </m:rP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samples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en-GB" dirty="0"/>
                  <a:t>Pause and emphasize:</a:t>
                </a:r>
              </a:p>
              <a:p>
                <a:r>
                  <a:rPr lang="en-GB" i="1" dirty="0"/>
                  <a:t>“This is maximum likelihood estimation in its simplest form.”</a:t>
                </a: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i="1" dirty="0"/>
                  <a:t>“Let’s start with the </a:t>
                </a:r>
                <a:r>
                  <a:rPr lang="en-US" b="1" i="1" dirty="0"/>
                  <a:t>simplest possible generative model</a:t>
                </a:r>
                <a:r>
                  <a:rPr lang="en-US" i="1" dirty="0"/>
                  <a:t>.”</a:t>
                </a:r>
                <a:endParaRPr lang="en-US" dirty="0"/>
              </a:p>
              <a:p>
                <a:r>
                  <a:rPr lang="en-GB" b="1" dirty="0"/>
                  <a:t>Assumption</a:t>
                </a:r>
              </a:p>
              <a:p>
                <a:r>
                  <a:rPr lang="en-GB" i="1" dirty="0"/>
                  <a:t>“Suppose data can take only a finite set of values:</a:t>
                </a:r>
                <a:br>
                  <a:rPr lang="en-GB" i="1" dirty="0"/>
                </a:br>
                <a:r>
                  <a:rPr lang="en-GB" i="1" dirty="0"/>
                  <a:t>1, 2, 3, …, k.”</a:t>
                </a:r>
                <a:endParaRPr lang="en-GB" dirty="0"/>
              </a:p>
              <a:p>
                <a:r>
                  <a:rPr lang="en-GB" dirty="0"/>
                  <a:t>Examples:</a:t>
                </a:r>
              </a:p>
              <a:p>
                <a:r>
                  <a:rPr lang="en-GB" dirty="0"/>
                  <a:t>Dice rolls</a:t>
                </a:r>
              </a:p>
              <a:p>
                <a:r>
                  <a:rPr lang="en-GB" dirty="0"/>
                  <a:t>Discrete symbols</a:t>
                </a:r>
              </a:p>
              <a:p>
                <a:r>
                  <a:rPr lang="en-GB" dirty="0"/>
                  <a:t>Quantized pixels</a:t>
                </a:r>
              </a:p>
              <a:p>
                <a:br>
                  <a:rPr lang="en-GB" dirty="0"/>
                </a:br>
                <a:endParaRPr lang="en-GB" dirty="0"/>
              </a:p>
              <a:p>
                <a:r>
                  <a:rPr lang="en-GB" b="1" dirty="0"/>
                  <a:t>The model</a:t>
                </a:r>
              </a:p>
              <a:p>
                <a:r>
                  <a:rPr lang="en-GB" i="1" dirty="0"/>
                  <a:t>“We store one number per value:</a:t>
                </a:r>
                <a:br>
                  <a:rPr lang="en-GB" i="1" dirty="0"/>
                </a:b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𝑝_1,𝑝_2,…,𝑝_𝑘</a:t>
                </a:r>
                <a:r>
                  <a:rPr lang="ar-AE" i="1" dirty="0"/>
                  <a:t>”</a:t>
                </a:r>
                <a:endParaRPr lang="ar-AE" dirty="0"/>
              </a:p>
              <a:p>
                <a:endParaRPr lang="en-GB" dirty="0"/>
              </a:p>
              <a:p>
                <a:r>
                  <a:rPr lang="en-US" dirty="0"/>
                  <a:t>These represent:</a:t>
                </a:r>
              </a:p>
              <a:p>
                <a:r>
                  <a:rPr lang="en-US" i="1" dirty="0"/>
                  <a:t>“The probability of seeing each value.”</a:t>
                </a:r>
                <a:endParaRPr lang="en-US" dirty="0"/>
              </a:p>
              <a:p>
                <a:endParaRPr lang="en-GB" dirty="0"/>
              </a:p>
              <a:p>
                <a:r>
                  <a:rPr lang="en-GB" b="1" dirty="0"/>
                  <a:t>Training = counting</a:t>
                </a:r>
              </a:p>
              <a:p>
                <a:r>
                  <a:rPr lang="en-GB" dirty="0"/>
                  <a:t>Say:</a:t>
                </a:r>
              </a:p>
              <a:p>
                <a:r>
                  <a:rPr lang="en-GB" i="1" dirty="0"/>
                  <a:t>“Training is just counting how often each value appears.”</a:t>
                </a:r>
                <a:endParaRPr lang="en-GB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𝑝_𝑖=(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"count of " 𝑖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)/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"total number of samples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endParaRPr lang="ar-AE" b="0" dirty="0"/>
              </a:p>
              <a:p>
                <a:r>
                  <a:rPr lang="en-GB" dirty="0"/>
                  <a:t>Pause and emphasize:</a:t>
                </a:r>
              </a:p>
              <a:p>
                <a:r>
                  <a:rPr lang="en-GB" i="1" dirty="0"/>
                  <a:t>“This is maximum likelihood estimation in its simplest form.”</a:t>
                </a:r>
                <a:endParaRPr lang="en-GB" dirty="0"/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C2E1-0CBE-46AD-AE44-0D86F64F6CD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158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i="1" dirty="0"/>
                  <a:t>“If I want to know the probability of value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en-GB" i="1" dirty="0"/>
                  <a:t>, I just look it up.”</a:t>
                </a:r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i="1" dirty="0"/>
                  <a:t>“Inference is O(1). Just an array lookup.”</a:t>
                </a:r>
                <a:endParaRPr lang="en-US" dirty="0"/>
              </a:p>
              <a:p>
                <a:r>
                  <a:rPr lang="en-GB" b="1" dirty="0"/>
                  <a:t>Suppose our dataset is very simple</a:t>
                </a:r>
              </a:p>
              <a:p>
                <a:r>
                  <a:rPr lang="en-GB" dirty="0"/>
                  <a:t>We observe values from the set: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e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e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GB" dirty="0"/>
                  <a:t>And after counting frequencies from data, we get:</a:t>
                </a:r>
              </a:p>
              <a:p>
                <a:r>
                  <a:rPr lang="en-GB" dirty="0"/>
                  <a:t>Value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en-GB" dirty="0" err="1"/>
                  <a:t>CountProbability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1100.102200.203300.304400.40</a:t>
                </a:r>
              </a:p>
              <a:p>
                <a:r>
                  <a:rPr lang="en-GB" dirty="0"/>
                  <a:t>Total samples = 100</a:t>
                </a:r>
              </a:p>
              <a:p>
                <a:br>
                  <a:rPr lang="en-GB" dirty="0"/>
                </a:br>
                <a:endParaRPr lang="en-GB" dirty="0"/>
              </a:p>
              <a:p>
                <a:r>
                  <a:rPr lang="en-GB" b="1" dirty="0"/>
                  <a:t>What does inference mean?</a:t>
                </a:r>
              </a:p>
              <a:p>
                <a:r>
                  <a:rPr lang="en-GB" i="1" dirty="0"/>
                  <a:t>“Inference means: given a value, what is its probability under the model?”</a:t>
                </a:r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br>
                  <a:rPr lang="en-US" b="1" dirty="0"/>
                </a:br>
                <a:br>
                  <a:rPr lang="en-US" b="1" dirty="0"/>
                </a:br>
                <a:br>
                  <a:rPr lang="en-US" b="1" dirty="0"/>
                </a:br>
                <a:r>
                  <a:rPr lang="en-US" b="1" dirty="0"/>
                  <a:t> Sampling — how do we generate data?</a:t>
                </a:r>
              </a:p>
              <a:p>
                <a:br>
                  <a:rPr lang="en-GB" dirty="0"/>
                </a:br>
                <a:br>
                  <a:rPr lang="en-GB" dirty="0"/>
                </a:br>
                <a:br>
                  <a:rPr lang="en-GB" dirty="0"/>
                </a:br>
                <a:br>
                  <a:rPr lang="en-GB" dirty="0"/>
                </a:br>
                <a:r>
                  <a:rPr lang="en-GB" dirty="0"/>
                  <a:t>Are we done?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US" dirty="0"/>
                  <a:t>Explain why:</a:t>
                </a:r>
              </a:p>
              <a:p>
                <a:r>
                  <a:rPr lang="en-US" dirty="0"/>
                  <a:t>Histogram works only for:</a:t>
                </a:r>
              </a:p>
              <a:p>
                <a:pPr lvl="1"/>
                <a:r>
                  <a:rPr lang="en-US" dirty="0"/>
                  <a:t>Small discrete spaces</a:t>
                </a:r>
              </a:p>
              <a:p>
                <a:r>
                  <a:rPr lang="en-US" dirty="0"/>
                  <a:t>For images:</a:t>
                </a:r>
              </a:p>
              <a:p>
                <a:pPr lvl="1"/>
                <a:r>
                  <a:rPr lang="en-US" dirty="0"/>
                  <a:t>Too many bins</a:t>
                </a:r>
              </a:p>
              <a:p>
                <a:pPr lvl="1"/>
                <a:r>
                  <a:rPr lang="en-US" dirty="0"/>
                  <a:t>Most bins never seen</a:t>
                </a:r>
              </a:p>
              <a:p>
                <a:r>
                  <a:rPr lang="en-US" dirty="0"/>
                  <a:t>Zero probability problem</a:t>
                </a:r>
              </a:p>
              <a:p>
                <a:r>
                  <a:rPr lang="en-US" dirty="0"/>
                  <a:t>No generalization</a:t>
                </a:r>
              </a:p>
              <a:p>
                <a:r>
                  <a:rPr lang="en-US" i="1" dirty="0"/>
                  <a:t>“Counting memorizes — it doesn’t understand.</a:t>
                </a:r>
                <a:endParaRPr lang="en-US" dirty="0"/>
              </a:p>
              <a:p>
                <a:r>
                  <a:rPr lang="en-US" dirty="0"/>
                  <a:t>So histograms are a valid likelihood-based model, but completely impractical for real data. This is why we need </a:t>
                </a:r>
                <a:r>
                  <a:rPr lang="en-US" b="1" dirty="0"/>
                  <a:t>parameterized distributions</a:t>
                </a:r>
                <a:r>
                  <a:rPr lang="en-US" dirty="0"/>
                  <a:t>, </a:t>
                </a:r>
                <a:r>
                  <a:rPr lang="en-US" b="1" dirty="0"/>
                  <a:t>autoregressive models</a:t>
                </a:r>
                <a:r>
                  <a:rPr lang="en-US" dirty="0"/>
                  <a:t>, and </a:t>
                </a:r>
                <a:r>
                  <a:rPr lang="en-US" b="1" dirty="0"/>
                  <a:t>neural networks</a:t>
                </a:r>
                <a:r>
                  <a:rPr lang="en-US" dirty="0"/>
                  <a:t> — to generalize beyond counting</a:t>
                </a:r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i="1" dirty="0"/>
                  <a:t>“If I want to know the probability of value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en-GB" i="1" dirty="0"/>
                  <a:t>, I just look it up.”</a:t>
                </a:r>
                <a:endParaRPr lang="en-GB" dirty="0"/>
              </a:p>
              <a:p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(𝑥=𝑖)=𝑝_𝑖</a:t>
                </a:r>
                <a:endParaRPr lang="ar-AE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i="1" dirty="0"/>
                  <a:t>“Inference is O(1). Just an array lookup.”</a:t>
                </a:r>
                <a:endParaRPr lang="en-US" dirty="0"/>
              </a:p>
              <a:p>
                <a:r>
                  <a:rPr lang="en-GB" b="1" dirty="0"/>
                  <a:t>Suppose our dataset is very simple</a:t>
                </a:r>
              </a:p>
              <a:p>
                <a:r>
                  <a:rPr lang="en-GB" dirty="0"/>
                  <a:t>We observe values from the set: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{1ⓜ,2ⓜ,3ⓜ,4}</a:t>
                </a:r>
                <a:endParaRPr lang="ar-AE" dirty="0"/>
              </a:p>
              <a:p>
                <a:r>
                  <a:rPr lang="en-GB" dirty="0"/>
                  <a:t>And after counting frequencies from data, we get:</a:t>
                </a:r>
              </a:p>
              <a:p>
                <a:r>
                  <a:rPr lang="en-GB" dirty="0"/>
                  <a:t>Value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en-GB" dirty="0" err="1"/>
                  <a:t>CountProbability</a:t>
                </a:r>
                <a:r>
                  <a:rPr lang="en-GB" dirty="0"/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𝑝_𝑖</a:t>
                </a:r>
                <a:r>
                  <a:rPr lang="ar-AE" dirty="0"/>
                  <a:t>1100.102200.203300.304400.40</a:t>
                </a:r>
              </a:p>
              <a:p>
                <a:r>
                  <a:rPr lang="en-GB" dirty="0"/>
                  <a:t>Total samples = 100</a:t>
                </a:r>
              </a:p>
              <a:p>
                <a:br>
                  <a:rPr lang="en-GB" dirty="0"/>
                </a:br>
                <a:endParaRPr lang="en-GB" dirty="0"/>
              </a:p>
              <a:p>
                <a:r>
                  <a:rPr lang="en-GB" b="1" dirty="0"/>
                  <a:t>What does inference mean?</a:t>
                </a:r>
              </a:p>
              <a:p>
                <a:r>
                  <a:rPr lang="en-GB" i="1" dirty="0"/>
                  <a:t>“Inference means: given a value, what is its probability under the model?”</a:t>
                </a:r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br>
                  <a:rPr lang="en-US" b="1" dirty="0"/>
                </a:br>
                <a:br>
                  <a:rPr lang="en-US" b="1" dirty="0"/>
                </a:br>
                <a:br>
                  <a:rPr lang="en-US" b="1" dirty="0"/>
                </a:br>
                <a:r>
                  <a:rPr lang="en-US" b="1" dirty="0"/>
                  <a:t> Sampling — how do we generate data?</a:t>
                </a:r>
              </a:p>
              <a:p>
                <a:br>
                  <a:rPr lang="en-GB" dirty="0"/>
                </a:br>
                <a:br>
                  <a:rPr lang="en-GB" dirty="0"/>
                </a:br>
                <a:br>
                  <a:rPr lang="en-GB" dirty="0"/>
                </a:br>
                <a:br>
                  <a:rPr lang="en-GB" dirty="0"/>
                </a:br>
                <a:r>
                  <a:rPr lang="en-GB" dirty="0"/>
                  <a:t>Are we done?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US" dirty="0"/>
                  <a:t>Explain why:</a:t>
                </a:r>
              </a:p>
              <a:p>
                <a:r>
                  <a:rPr lang="en-US" dirty="0"/>
                  <a:t>Histogram works only for:</a:t>
                </a:r>
              </a:p>
              <a:p>
                <a:pPr lvl="1"/>
                <a:r>
                  <a:rPr lang="en-US" dirty="0"/>
                  <a:t>Small discrete spaces</a:t>
                </a:r>
              </a:p>
              <a:p>
                <a:r>
                  <a:rPr lang="en-US" dirty="0"/>
                  <a:t>For images:</a:t>
                </a:r>
              </a:p>
              <a:p>
                <a:pPr lvl="1"/>
                <a:r>
                  <a:rPr lang="en-US" dirty="0"/>
                  <a:t>Too many bins</a:t>
                </a:r>
              </a:p>
              <a:p>
                <a:pPr lvl="1"/>
                <a:r>
                  <a:rPr lang="en-US" dirty="0"/>
                  <a:t>Most bins never seen</a:t>
                </a:r>
              </a:p>
              <a:p>
                <a:r>
                  <a:rPr lang="en-US" dirty="0"/>
                  <a:t>Zero probability problem</a:t>
                </a:r>
              </a:p>
              <a:p>
                <a:r>
                  <a:rPr lang="en-US" dirty="0"/>
                  <a:t>No generalization</a:t>
                </a:r>
              </a:p>
              <a:p>
                <a:r>
                  <a:rPr lang="en-US" i="1" dirty="0"/>
                  <a:t>“Counting memorizes — it doesn’t understand.</a:t>
                </a:r>
                <a:endParaRPr lang="en-US" dirty="0"/>
              </a:p>
              <a:p>
                <a:r>
                  <a:rPr lang="en-US" dirty="0"/>
                  <a:t>So histograms are a valid likelihood-based model, but completely impractical for real data. This is why we need </a:t>
                </a:r>
                <a:r>
                  <a:rPr lang="en-US" b="1" dirty="0"/>
                  <a:t>parameterized distributions</a:t>
                </a:r>
                <a:r>
                  <a:rPr lang="en-US" dirty="0"/>
                  <a:t>, </a:t>
                </a:r>
                <a:r>
                  <a:rPr lang="en-US" b="1" dirty="0"/>
                  <a:t>autoregressive models</a:t>
                </a:r>
                <a:r>
                  <a:rPr lang="en-US" dirty="0"/>
                  <a:t>, and </a:t>
                </a:r>
                <a:r>
                  <a:rPr lang="en-US" b="1" dirty="0"/>
                  <a:t>neural networks</a:t>
                </a:r>
                <a:r>
                  <a:rPr lang="en-US" dirty="0"/>
                  <a:t> — to generalize beyond counting</a:t>
                </a:r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C2E1-0CBE-46AD-AE44-0D86F64F6CD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378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So far, we assumed we could count probabilities using histograms.</a:t>
                </a:r>
                <a:br>
                  <a:rPr lang="en-US" dirty="0"/>
                </a:br>
                <a:r>
                  <a:rPr lang="en-US" dirty="0"/>
                  <a:t>But real data is continuous, high-dimensional, and enormous — we can’t count. We replace counting with function approximation. We learn a </a:t>
                </a:r>
                <a:r>
                  <a:rPr lang="en-US" b="1" dirty="0"/>
                  <a:t>function</a:t>
                </a:r>
                <a:r>
                  <a:rPr lang="en-US" dirty="0"/>
                  <a:t> that outputs probabilities</a:t>
                </a:r>
              </a:p>
              <a:p>
                <a:r>
                  <a:rPr lang="en-GB" dirty="0"/>
                  <a:t>We have data: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,…,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∼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data</m:t>
                          </m:r>
                        </m:sub>
                      </m:sSub>
                      <m:d>
                        <m:d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en-GB" dirty="0"/>
                  <a:t>But: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data</m:t>
                        </m:r>
                      </m:sub>
                    </m:sSub>
                  </m:oMath>
                </a14:m>
                <a:r>
                  <a:rPr lang="en-GB" dirty="0"/>
                  <a:t>is </a:t>
                </a:r>
                <a:r>
                  <a:rPr lang="en-GB" b="1" dirty="0"/>
                  <a:t>unknown</a:t>
                </a:r>
                <a:endParaRPr lang="en-GB" dirty="0"/>
              </a:p>
              <a:p>
                <a:r>
                  <a:rPr lang="en-GB" dirty="0"/>
                  <a:t>We only see </a:t>
                </a:r>
                <a:r>
                  <a:rPr lang="en-GB" b="1" dirty="0"/>
                  <a:t>samples</a:t>
                </a:r>
                <a:endParaRPr lang="en-GB" dirty="0"/>
              </a:p>
              <a:p>
                <a:r>
                  <a:rPr lang="en-GB" dirty="0"/>
                  <a:t>So we introduce a </a:t>
                </a:r>
                <a:r>
                  <a:rPr lang="en-GB" b="1" dirty="0"/>
                  <a:t>model distribution</a:t>
                </a:r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GB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lang="en-GB" dirty="0"/>
                  <a:t>= parameters of a neural network</a:t>
                </a:r>
              </a:p>
              <a:p>
                <a:r>
                  <a:rPr lang="en-GB" b="1" dirty="0"/>
                  <a:t>What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≈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data</m:t>
                        </m:r>
                      </m:sub>
                    </m:sSub>
                    <m:d>
                      <m:dPr>
                        <m:ctrlPr>
                          <a:rPr lang="ar-AE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b="1" dirty="0"/>
                  <a:t>mean?</a:t>
                </a:r>
              </a:p>
              <a:p>
                <a:r>
                  <a:rPr lang="en-GB" dirty="0"/>
                  <a:t>“For common, realistic data → high probability</a:t>
                </a:r>
                <a:br>
                  <a:rPr lang="en-GB" dirty="0"/>
                </a:br>
                <a:r>
                  <a:rPr lang="en-GB" dirty="0"/>
                  <a:t>For rare or unrealistic data → low probability”</a:t>
                </a:r>
              </a:p>
              <a:p>
                <a:r>
                  <a:rPr lang="en-US" dirty="0"/>
                  <a:t>Designing the model and training cannot be separated. Some models:</a:t>
                </a:r>
              </a:p>
              <a:p>
                <a:r>
                  <a:rPr lang="en-US" dirty="0"/>
                  <a:t>Are expressive but impossible to train</a:t>
                </a:r>
              </a:p>
              <a:p>
                <a:r>
                  <a:rPr lang="en-US" dirty="0"/>
                  <a:t>Others are trainable but too weak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So far, we assumed we could count probabilities using histograms.</a:t>
                </a:r>
                <a:br>
                  <a:rPr lang="en-US" dirty="0"/>
                </a:br>
                <a:r>
                  <a:rPr lang="en-US" dirty="0"/>
                  <a:t>But real data is continuous, high-dimensional, and enormous — we can’t count. We replace counting with function approximation. We learn a </a:t>
                </a:r>
                <a:r>
                  <a:rPr lang="en-US" b="1" dirty="0"/>
                  <a:t>function</a:t>
                </a:r>
                <a:r>
                  <a:rPr lang="en-US" dirty="0"/>
                  <a:t> that outputs probabilities</a:t>
                </a:r>
              </a:p>
              <a:p>
                <a:r>
                  <a:rPr lang="en-GB" dirty="0"/>
                  <a:t>We have data: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𝑥^((1) ),𝑥^((2) ),…,𝑥^((𝑛) )∼𝑝_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"data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 (𝑥)</a:t>
                </a:r>
                <a:endParaRPr lang="ar-AE" b="0" dirty="0"/>
              </a:p>
              <a:p>
                <a:r>
                  <a:rPr lang="en-GB" dirty="0"/>
                  <a:t>But: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𝑝_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"data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GB" dirty="0"/>
                  <a:t>is </a:t>
                </a:r>
                <a:r>
                  <a:rPr lang="en-GB" b="1" dirty="0"/>
                  <a:t>unknown</a:t>
                </a:r>
                <a:endParaRPr lang="en-GB" dirty="0"/>
              </a:p>
              <a:p>
                <a:r>
                  <a:rPr lang="en-GB" dirty="0"/>
                  <a:t>We only see </a:t>
                </a:r>
                <a:r>
                  <a:rPr lang="en-GB" b="1" dirty="0"/>
                  <a:t>samples</a:t>
                </a:r>
                <a:endParaRPr lang="en-GB" dirty="0"/>
              </a:p>
              <a:p>
                <a:r>
                  <a:rPr lang="en-GB" dirty="0"/>
                  <a:t>So we introduce a </a:t>
                </a:r>
                <a:r>
                  <a:rPr lang="en-GB" b="1" dirty="0"/>
                  <a:t>model distribution</a:t>
                </a:r>
                <a:r>
                  <a:rPr lang="en-GB" dirty="0"/>
                  <a:t>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𝑝_𝜃 (𝑥)</a:t>
                </a:r>
                <a:endParaRPr lang="ar-AE" dirty="0"/>
              </a:p>
              <a:p>
                <a:r>
                  <a:rPr lang="en-GB" dirty="0"/>
                  <a:t>where:</a:t>
                </a:r>
              </a:p>
              <a:p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𝜃</a:t>
                </a:r>
                <a:r>
                  <a:rPr lang="en-GB" dirty="0"/>
                  <a:t>= parameters of a neural network</a:t>
                </a:r>
              </a:p>
              <a:p>
                <a:r>
                  <a:rPr lang="en-GB" b="1" dirty="0"/>
                  <a:t>What does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𝑝_𝜃 (𝑥)≈𝑝_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"data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 (𝑥)</a:t>
                </a:r>
                <a:r>
                  <a:rPr lang="en-GB" b="1" dirty="0"/>
                  <a:t>mean?</a:t>
                </a:r>
              </a:p>
              <a:p>
                <a:r>
                  <a:rPr lang="en-GB" dirty="0"/>
                  <a:t>“For common, realistic data → high probability</a:t>
                </a:r>
                <a:br>
                  <a:rPr lang="en-GB" dirty="0"/>
                </a:br>
                <a:r>
                  <a:rPr lang="en-GB" dirty="0"/>
                  <a:t>For rare or unrealistic data → low probability”</a:t>
                </a:r>
              </a:p>
              <a:p>
                <a:r>
                  <a:rPr lang="en-US" dirty="0"/>
                  <a:t>Designing the model and training cannot be separated. Some models:</a:t>
                </a:r>
              </a:p>
              <a:p>
                <a:r>
                  <a:rPr lang="en-US" dirty="0"/>
                  <a:t>Are expressive but impossible to train</a:t>
                </a:r>
              </a:p>
              <a:p>
                <a:r>
                  <a:rPr lang="en-US" dirty="0"/>
                  <a:t>Others are trainable but too weak</a:t>
                </a:r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C2E1-0CBE-46AD-AE44-0D86F64F6CD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664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“We never see the true distribution — only a finite dataset.”</a:t>
                </a:r>
              </a:p>
              <a:p>
                <a:r>
                  <a:rPr lang="en-GB" b="1" dirty="0"/>
                  <a:t>What is the learning goal?</a:t>
                </a:r>
              </a:p>
              <a:p>
                <a:r>
                  <a:rPr lang="en-GB" dirty="0"/>
                  <a:t>We want: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data</m:t>
                          </m:r>
                        </m:sub>
                      </m:sSub>
                    </m:oMath>
                  </m:oMathPara>
                </a14:m>
                <a:endParaRPr lang="ar-AE" b="0" dirty="0"/>
              </a:p>
              <a:p>
                <a:r>
                  <a:rPr lang="en-GB" dirty="0"/>
                  <a:t>But we only observe: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</m:rP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data</m:t>
                          </m:r>
                        </m:sub>
                      </m:sSub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ar-AE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(</m:t>
                      </m:r>
                      <m:r>
                        <m:rPr>
                          <m:nor/>
                        </m:rPr>
                        <a:rPr lang="en-GB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empirical</m:t>
                      </m:r>
                      <m:r>
                        <m:rPr>
                          <m:nor/>
                        </m:rPr>
                        <a:rPr lang="en-GB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distribution</m:t>
                      </m:r>
                      <m:r>
                        <m:rPr>
                          <m:nor/>
                        </m:rPr>
                        <a:rPr lang="en-GB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Explain:</a:t>
                </a:r>
              </a:p>
              <a:p>
                <a:r>
                  <a:rPr lang="en-GB" dirty="0"/>
                  <a:t>“The empirical distribution puts equal mass on each training example.”</a:t>
                </a:r>
              </a:p>
              <a:p>
                <a:r>
                  <a:rPr lang="en-US" b="1" dirty="0"/>
                  <a:t>Loss as a “distance between distributions”</a:t>
                </a:r>
              </a:p>
              <a:p>
                <a:r>
                  <a:rPr lang="en-US" dirty="0"/>
                  <a:t>“Training a generative model means minimizing a distance between two distributions.”</a:t>
                </a:r>
              </a:p>
              <a:p>
                <a:r>
                  <a:rPr lang="en-US" dirty="0"/>
                  <a:t>Even though:</a:t>
                </a:r>
              </a:p>
              <a:p>
                <a:r>
                  <a:rPr lang="en-US" dirty="0"/>
                  <a:t>We never write this distance explicitly</a:t>
                </a:r>
              </a:p>
              <a:p>
                <a:r>
                  <a:rPr lang="en-US" dirty="0"/>
                  <a:t>We approximate it using data</a:t>
                </a:r>
              </a:p>
              <a:p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“If the model just memorizes training data, it fails.”</a:t>
                </a:r>
                <a:br>
                  <a:rPr lang="en-US" dirty="0"/>
                </a:br>
                <a:r>
                  <a:rPr lang="en-US" dirty="0"/>
                  <a:t>“We want it to assign high probability to </a:t>
                </a:r>
                <a:r>
                  <a:rPr lang="en-US" i="1" dirty="0"/>
                  <a:t>new but similar</a:t>
                </a:r>
                <a:r>
                  <a:rPr lang="en-US" dirty="0"/>
                  <a:t> data.”</a:t>
                </a:r>
              </a:p>
              <a:p>
                <a:endParaRPr lang="en-US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“We never see the true distribution — only a finite dataset.”</a:t>
                </a:r>
              </a:p>
              <a:p>
                <a:r>
                  <a:rPr lang="en-GB" b="1" dirty="0"/>
                  <a:t>What is the learning goal?</a:t>
                </a:r>
              </a:p>
              <a:p>
                <a:r>
                  <a:rPr lang="en-GB" dirty="0"/>
                  <a:t>We want: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𝑝_𝜃≈𝑝_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"data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endParaRPr lang="ar-AE" b="0" dirty="0"/>
              </a:p>
              <a:p>
                <a:r>
                  <a:rPr lang="en-GB" dirty="0"/>
                  <a:t>But we only observe: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 ̂_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"data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 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"(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empirical distribution)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endParaRPr lang="en-GB" b="0" dirty="0"/>
              </a:p>
              <a:p>
                <a:r>
                  <a:rPr lang="en-GB" dirty="0"/>
                  <a:t>Explain:</a:t>
                </a:r>
              </a:p>
              <a:p>
                <a:r>
                  <a:rPr lang="en-GB" dirty="0"/>
                  <a:t>“The empirical distribution puts equal mass on each training example.”</a:t>
                </a:r>
              </a:p>
              <a:p>
                <a:r>
                  <a:rPr lang="en-US" b="1" dirty="0"/>
                  <a:t>Loss as a “distance between distributions”</a:t>
                </a:r>
              </a:p>
              <a:p>
                <a:r>
                  <a:rPr lang="en-US" dirty="0"/>
                  <a:t>“Training a generative model means minimizing a distance between two distributions.”</a:t>
                </a:r>
              </a:p>
              <a:p>
                <a:r>
                  <a:rPr lang="en-US" dirty="0"/>
                  <a:t>Even though:</a:t>
                </a:r>
              </a:p>
              <a:p>
                <a:r>
                  <a:rPr lang="en-US" dirty="0"/>
                  <a:t>We never write this distance explicitly</a:t>
                </a:r>
              </a:p>
              <a:p>
                <a:r>
                  <a:rPr lang="en-US" dirty="0"/>
                  <a:t>We approximate it using data</a:t>
                </a:r>
              </a:p>
              <a:p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“If the model just memorizes training data, it fails.”</a:t>
                </a:r>
                <a:br>
                  <a:rPr lang="en-US" dirty="0"/>
                </a:br>
                <a:r>
                  <a:rPr lang="en-US" dirty="0"/>
                  <a:t>“We want it to assign high probability to </a:t>
                </a:r>
                <a:r>
                  <a:rPr lang="en-US" i="1" dirty="0"/>
                  <a:t>new but similar</a:t>
                </a:r>
                <a:r>
                  <a:rPr lang="en-US" dirty="0"/>
                  <a:t> data.”</a:t>
                </a:r>
              </a:p>
              <a:p>
                <a:endParaRPr lang="en-US" dirty="0"/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C2E1-0CBE-46AD-AE44-0D86F64F6CD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833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choose parameters that make the observed data as probable as possible. Not:</a:t>
            </a:r>
          </a:p>
          <a:p>
            <a:r>
              <a:rPr lang="en-US" dirty="0"/>
              <a:t>“correct labels”</a:t>
            </a:r>
          </a:p>
          <a:p>
            <a:r>
              <a:rPr lang="en-US" dirty="0"/>
              <a:t>“minimum error”</a:t>
            </a:r>
          </a:p>
          <a:p>
            <a:r>
              <a:rPr lang="en-US" dirty="0"/>
              <a:t>But:</a:t>
            </a:r>
          </a:p>
          <a:p>
            <a:r>
              <a:rPr lang="en-US" b="1" dirty="0"/>
              <a:t>“High likelihood under the model.”</a:t>
            </a:r>
            <a:endParaRPr lang="en-US" dirty="0"/>
          </a:p>
          <a:p>
            <a:r>
              <a:rPr lang="en-US" b="1" dirty="0"/>
              <a:t>Why log?</a:t>
            </a:r>
          </a:p>
          <a:p>
            <a:r>
              <a:rPr lang="en-US" dirty="0"/>
              <a:t>Products of probabilities → tiny numbers</a:t>
            </a:r>
          </a:p>
          <a:p>
            <a:r>
              <a:rPr lang="en-US" dirty="0"/>
              <a:t>Logs turn products into sums</a:t>
            </a:r>
          </a:p>
          <a:p>
            <a:r>
              <a:rPr lang="en-US" dirty="0"/>
              <a:t>Easier optimization</a:t>
            </a:r>
          </a:p>
          <a:p>
            <a:endParaRPr lang="en-GB" dirty="0"/>
          </a:p>
          <a:p>
            <a:endParaRPr lang="en-GB" dirty="0"/>
          </a:p>
          <a:p>
            <a:r>
              <a:rPr lang="en-US" b="1" dirty="0"/>
              <a:t>Connection to KL divergence</a:t>
            </a:r>
          </a:p>
          <a:p>
            <a:r>
              <a:rPr lang="en-US" dirty="0"/>
              <a:t>“Maximizing likelihood is equivalent to minimizing how different our model distribution is from the empirical data distribution.”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“Statistics guarantees that if the model is expressive enough and data is sufficient, this works.”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C2E1-0CBE-46AD-AE44-0D86F64F6CD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947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" name="Google Shape;22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" name="Google Shape;23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29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Google Shape;30;p76"/>
          <p:cNvSpPr txBox="1">
            <a:spLocks noGrp="1"/>
          </p:cNvSpPr>
          <p:nvPr>
            <p:ph type="body" idx="1"/>
          </p:nvPr>
        </p:nvSpPr>
        <p:spPr>
          <a:xfrm>
            <a:off x="2514600" y="4057650"/>
            <a:ext cx="6019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>
                <a:solidFill>
                  <a:schemeClr val="lt1"/>
                </a:solidFill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76"/>
          <p:cNvSpPr txBox="1">
            <a:spLocks noGrp="1"/>
          </p:cNvSpPr>
          <p:nvPr>
            <p:ph type="title"/>
          </p:nvPr>
        </p:nvSpPr>
        <p:spPr>
          <a:xfrm>
            <a:off x="2514600" y="28575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4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B010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25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63353">
              <a:spcBef>
                <a:spcPts val="38"/>
              </a:spcBef>
            </a:pPr>
            <a:fld id="{81D60167-4931-47E6-BA6A-407CBD079E47}" type="slidenum">
              <a:rPr lang="en-IN" spc="-38" smtClean="0">
                <a:solidFill>
                  <a:srgbClr val="FFFFFF"/>
                </a:solidFill>
              </a:rPr>
              <a:pPr marL="163353">
                <a:spcBef>
                  <a:spcPts val="38"/>
                </a:spcBef>
              </a:pPr>
              <a:t>‹#›</a:t>
            </a:fld>
            <a:endParaRPr lang="en-IN" spc="-38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347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B010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25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63353">
              <a:spcBef>
                <a:spcPts val="38"/>
              </a:spcBef>
            </a:pPr>
            <a:fld id="{81D60167-4931-47E6-BA6A-407CBD079E47}" type="slidenum">
              <a:rPr lang="en-IN" spc="-38" smtClean="0">
                <a:solidFill>
                  <a:srgbClr val="FFFFFF"/>
                </a:solidFill>
              </a:rPr>
              <a:pPr marL="163353">
                <a:spcBef>
                  <a:spcPts val="38"/>
                </a:spcBef>
              </a:pPr>
              <a:t>‹#›</a:t>
            </a:fld>
            <a:endParaRPr lang="en-IN" spc="-38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145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B010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25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63353">
              <a:spcBef>
                <a:spcPts val="38"/>
              </a:spcBef>
            </a:pPr>
            <a:fld id="{81D60167-4931-47E6-BA6A-407CBD079E47}" type="slidenum">
              <a:rPr lang="en-IN" spc="-38" smtClean="0">
                <a:solidFill>
                  <a:srgbClr val="FFFFFF"/>
                </a:solidFill>
              </a:rPr>
              <a:pPr marL="163353">
                <a:spcBef>
                  <a:spcPts val="38"/>
                </a:spcBef>
              </a:pPr>
              <a:t>‹#›</a:t>
            </a:fld>
            <a:endParaRPr lang="en-IN" spc="-38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186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25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63353">
              <a:spcBef>
                <a:spcPts val="38"/>
              </a:spcBef>
            </a:pPr>
            <a:fld id="{81D60167-4931-47E6-BA6A-407CBD079E47}" type="slidenum">
              <a:rPr lang="en-IN" spc="-38" smtClean="0">
                <a:solidFill>
                  <a:srgbClr val="FFFFFF"/>
                </a:solidFill>
              </a:rPr>
              <a:pPr marL="163353">
                <a:spcBef>
                  <a:spcPts val="38"/>
                </a:spcBef>
              </a:pPr>
              <a:t>‹#›</a:t>
            </a:fld>
            <a:endParaRPr lang="en-IN" spc="-38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552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8"/>
          <p:cNvSpPr txBox="1"/>
          <p:nvPr/>
        </p:nvSpPr>
        <p:spPr>
          <a:xfrm>
            <a:off x="3276600" y="4947047"/>
            <a:ext cx="58674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-US" sz="825" b="1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BITS </a:t>
            </a:r>
            <a:r>
              <a:rPr lang="en-US" sz="825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Pilani, 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grpSp>
        <p:nvGrpSpPr>
          <p:cNvPr id="44" name="Google Shape;44;p78"/>
          <p:cNvGrpSpPr/>
          <p:nvPr/>
        </p:nvGrpSpPr>
        <p:grpSpPr>
          <a:xfrm>
            <a:off x="2084388" y="4912519"/>
            <a:ext cx="7059612" cy="36910"/>
            <a:chOff x="2083888" y="6550671"/>
            <a:chExt cx="7060112" cy="48665"/>
          </a:xfrm>
        </p:grpSpPr>
        <p:sp>
          <p:nvSpPr>
            <p:cNvPr id="45" name="Google Shape;45;p7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7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" name="Google Shape;47;p7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48" name="Google Shape;48;p7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519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oogle Shape;49;p78"/>
          <p:cNvGrpSpPr/>
          <p:nvPr/>
        </p:nvGrpSpPr>
        <p:grpSpPr>
          <a:xfrm>
            <a:off x="2133600" y="4914900"/>
            <a:ext cx="7010400" cy="34529"/>
            <a:chOff x="1905000" y="6553200"/>
            <a:chExt cx="7010400" cy="45719"/>
          </a:xfrm>
        </p:grpSpPr>
        <p:sp>
          <p:nvSpPr>
            <p:cNvPr id="50" name="Google Shape;50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" name="Google Shape;52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3" name="Google Shape;53;p78"/>
          <p:cNvGrpSpPr/>
          <p:nvPr/>
        </p:nvGrpSpPr>
        <p:grpSpPr>
          <a:xfrm>
            <a:off x="0" y="971550"/>
            <a:ext cx="7010400" cy="34529"/>
            <a:chOff x="1905000" y="6553200"/>
            <a:chExt cx="7010400" cy="45719"/>
          </a:xfrm>
        </p:grpSpPr>
        <p:sp>
          <p:nvSpPr>
            <p:cNvPr id="54" name="Google Shape;54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" name="Google Shape;55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" name="Google Shape;56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7" name="Google Shape;57;p78"/>
          <p:cNvSpPr txBox="1">
            <a:spLocks noGrp="1"/>
          </p:cNvSpPr>
          <p:nvPr>
            <p:ph type="body" idx="1"/>
          </p:nvPr>
        </p:nvSpPr>
        <p:spPr>
          <a:xfrm>
            <a:off x="304800" y="112037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marR="0" lvl="0" indent="-1714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4765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78"/>
          <p:cNvSpPr txBox="1">
            <a:spLocks noGrp="1"/>
          </p:cNvSpPr>
          <p:nvPr>
            <p:ph type="body" idx="2"/>
          </p:nvPr>
        </p:nvSpPr>
        <p:spPr>
          <a:xfrm>
            <a:off x="304800" y="114300"/>
            <a:ext cx="6324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5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7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7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46440299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7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7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81329821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customXml" Target="../ink/ink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"/>
          <p:cNvSpPr txBox="1">
            <a:spLocks noGrp="1"/>
          </p:cNvSpPr>
          <p:nvPr>
            <p:ph type="title"/>
          </p:nvPr>
        </p:nvSpPr>
        <p:spPr>
          <a:xfrm>
            <a:off x="2075361" y="2552156"/>
            <a:ext cx="6629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Advanced Deep Learning</a:t>
            </a:r>
            <a:b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ZG513 </a:t>
            </a:r>
            <a:endParaRPr sz="2800" dirty="0">
              <a:solidFill>
                <a:srgbClr val="FFFF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"/>
          <p:cNvSpPr txBox="1">
            <a:spLocks noGrp="1"/>
          </p:cNvSpPr>
          <p:nvPr>
            <p:ph type="body" idx="4294967295"/>
          </p:nvPr>
        </p:nvSpPr>
        <p:spPr>
          <a:xfrm>
            <a:off x="3886200" y="3695156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74320" indent="-192024" algn="r">
              <a:spcBef>
                <a:spcPts val="0"/>
              </a:spcBef>
              <a:buClr>
                <a:schemeClr val="accent1"/>
              </a:buClr>
              <a:buSzPct val="68000"/>
              <a:buNone/>
            </a:pPr>
            <a:r>
              <a:rPr lang="en-US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Prepared by Dr. </a:t>
            </a:r>
            <a:r>
              <a:rPr lang="en-IN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Sugata Ghosal &amp; edited by Aakash Goel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04800" y="1120378"/>
            <a:ext cx="8229600" cy="2162772"/>
          </a:xfrm>
          <a:prstGeom prst="rect">
            <a:avLst/>
          </a:prstGeom>
        </p:spPr>
        <p:txBody>
          <a:bodyPr spcFirstLastPara="1" vert="horz" wrap="square" lIns="0" tIns="133350" rIns="0" bIns="0" rtlCol="0" anchor="t" anchorCtr="0">
            <a:spAutoFit/>
          </a:bodyPr>
          <a:lstStyle/>
          <a:p>
            <a:pPr marL="466725" indent="-457200">
              <a:spcBef>
                <a:spcPts val="1050"/>
              </a:spcBef>
              <a:buSzPct val="101818"/>
              <a:buFont typeface="Arial" panose="020B0604020202020204" pitchFamily="34" charset="0"/>
              <a:buChar char="•"/>
              <a:tabLst>
                <a:tab pos="180499" algn="l"/>
              </a:tabLst>
            </a:pPr>
            <a:r>
              <a:rPr lang="en-US" sz="3094" b="1" spc="67" baseline="1010" dirty="0"/>
              <a:t>Likelihood Based Models</a:t>
            </a:r>
            <a:endParaRPr lang="en-US" sz="3094" baseline="1010" dirty="0"/>
          </a:p>
          <a:p>
            <a:pPr marL="809625" lvl="1" indent="-457200">
              <a:spcBef>
                <a:spcPts val="600"/>
              </a:spcBef>
              <a:buSzPct val="101818"/>
              <a:buFont typeface="Arial" panose="020B0604020202020204" pitchFamily="34" charset="0"/>
              <a:buChar char="•"/>
              <a:tabLst>
                <a:tab pos="180499" algn="l"/>
              </a:tabLst>
            </a:pPr>
            <a:r>
              <a:rPr sz="1800" dirty="0">
                <a:solidFill>
                  <a:schemeClr val="bg1">
                    <a:lumMod val="65000"/>
                  </a:schemeClr>
                </a:solidFill>
              </a:rPr>
              <a:t>Simple</a:t>
            </a:r>
            <a:r>
              <a:rPr sz="1800" spc="-4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z="1800" spc="-26" dirty="0">
                <a:solidFill>
                  <a:schemeClr val="bg1">
                    <a:lumMod val="65000"/>
                  </a:schemeClr>
                </a:solidFill>
              </a:rPr>
              <a:t>generative</a:t>
            </a:r>
            <a:r>
              <a:rPr sz="1800" spc="-4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z="1800" dirty="0">
                <a:solidFill>
                  <a:schemeClr val="bg1">
                    <a:lumMod val="65000"/>
                  </a:schemeClr>
                </a:solidFill>
              </a:rPr>
              <a:t>models:</a:t>
            </a:r>
            <a:r>
              <a:rPr sz="1800" spc="-4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z="1800" spc="-8" dirty="0">
                <a:solidFill>
                  <a:schemeClr val="bg1">
                    <a:lumMod val="65000"/>
                  </a:schemeClr>
                </a:solidFill>
              </a:rPr>
              <a:t>histograms</a:t>
            </a:r>
            <a:endParaRPr lang="en-US" sz="1800" spc="-8" dirty="0">
              <a:solidFill>
                <a:schemeClr val="bg1">
                  <a:lumMod val="65000"/>
                </a:schemeClr>
              </a:solidFill>
            </a:endParaRPr>
          </a:p>
          <a:p>
            <a:pPr marL="809625" lvl="1" indent="-457200">
              <a:spcBef>
                <a:spcPts val="600"/>
              </a:spcBef>
              <a:buSzPct val="101818"/>
              <a:buFont typeface="Arial" panose="020B0604020202020204" pitchFamily="34" charset="0"/>
              <a:buChar char="•"/>
              <a:tabLst>
                <a:tab pos="180499" algn="l"/>
              </a:tabLst>
            </a:pPr>
            <a:r>
              <a:rPr sz="1800" spc="-38" dirty="0">
                <a:solidFill>
                  <a:schemeClr val="bg1">
                    <a:lumMod val="65000"/>
                  </a:schemeClr>
                </a:solidFill>
              </a:rPr>
              <a:t>Parameterized</a:t>
            </a:r>
            <a:r>
              <a:rPr sz="1800" spc="-45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z="1800" spc="-30" dirty="0">
                <a:solidFill>
                  <a:schemeClr val="bg1">
                    <a:lumMod val="65000"/>
                  </a:schemeClr>
                </a:solidFill>
              </a:rPr>
              <a:t>distributions</a:t>
            </a:r>
            <a:r>
              <a:rPr sz="1800" spc="-38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z="1800" dirty="0">
                <a:solidFill>
                  <a:schemeClr val="bg1">
                    <a:lumMod val="65000"/>
                  </a:schemeClr>
                </a:solidFill>
              </a:rPr>
              <a:t>and</a:t>
            </a:r>
            <a:r>
              <a:rPr sz="1800" spc="-4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z="1800" dirty="0">
                <a:solidFill>
                  <a:schemeClr val="bg1">
                    <a:lumMod val="65000"/>
                  </a:schemeClr>
                </a:solidFill>
              </a:rPr>
              <a:t>maximum</a:t>
            </a:r>
            <a:r>
              <a:rPr sz="1800" spc="-38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sz="1800" spc="-23" dirty="0">
                <a:solidFill>
                  <a:schemeClr val="bg1">
                    <a:lumMod val="65000"/>
                  </a:schemeClr>
                </a:solidFill>
              </a:rPr>
              <a:t>likelihood</a:t>
            </a:r>
            <a:endParaRPr lang="en-US" sz="1800" spc="-23" dirty="0">
              <a:solidFill>
                <a:schemeClr val="bg1">
                  <a:lumMod val="65000"/>
                </a:schemeClr>
              </a:solidFill>
            </a:endParaRPr>
          </a:p>
          <a:p>
            <a:pPr marL="809625" lvl="1" indent="-457200">
              <a:spcBef>
                <a:spcPts val="600"/>
              </a:spcBef>
              <a:buSzPct val="101818"/>
              <a:buFont typeface="Arial" panose="020B0604020202020204" pitchFamily="34" charset="0"/>
              <a:buChar char="•"/>
              <a:tabLst>
                <a:tab pos="180499" algn="l"/>
              </a:tabLst>
            </a:pPr>
            <a:r>
              <a:rPr sz="1800" dirty="0"/>
              <a:t>Autoregressive</a:t>
            </a:r>
            <a:r>
              <a:rPr sz="1800" spc="146" dirty="0"/>
              <a:t> </a:t>
            </a:r>
            <a:r>
              <a:rPr sz="1800" spc="79" dirty="0"/>
              <a:t>Models</a:t>
            </a:r>
          </a:p>
          <a:p>
            <a:pPr marL="866775" lvl="2" indent="-171450">
              <a:spcBef>
                <a:spcPts val="300"/>
              </a:spcBef>
              <a:buFont typeface="Carlito"/>
              <a:buChar char="–"/>
              <a:tabLst>
                <a:tab pos="523875" algn="l"/>
              </a:tabLst>
            </a:pPr>
            <a:r>
              <a:rPr sz="1400" spc="-15" dirty="0">
                <a:latin typeface="Trebuchet MS"/>
                <a:cs typeface="Trebuchet MS"/>
              </a:rPr>
              <a:t>Recurrent</a:t>
            </a:r>
            <a:r>
              <a:rPr sz="1400" spc="-109" dirty="0">
                <a:latin typeface="Trebuchet MS"/>
                <a:cs typeface="Trebuchet MS"/>
              </a:rPr>
              <a:t> </a:t>
            </a:r>
            <a:r>
              <a:rPr sz="1400" spc="-15" dirty="0">
                <a:latin typeface="Trebuchet MS"/>
                <a:cs typeface="Trebuchet MS"/>
              </a:rPr>
              <a:t>Neural</a:t>
            </a:r>
            <a:r>
              <a:rPr sz="1400" spc="-98" dirty="0">
                <a:latin typeface="Trebuchet MS"/>
                <a:cs typeface="Trebuchet MS"/>
              </a:rPr>
              <a:t> </a:t>
            </a:r>
            <a:r>
              <a:rPr sz="1400" spc="41" dirty="0">
                <a:latin typeface="Trebuchet MS"/>
                <a:cs typeface="Trebuchet MS"/>
              </a:rPr>
              <a:t>Nets</a:t>
            </a:r>
            <a:endParaRPr lang="en-US" sz="1400" dirty="0">
              <a:latin typeface="Trebuchet MS"/>
              <a:cs typeface="Trebuchet MS"/>
            </a:endParaRPr>
          </a:p>
          <a:p>
            <a:pPr marL="866775" lvl="2" indent="-171450">
              <a:spcBef>
                <a:spcPts val="300"/>
              </a:spcBef>
              <a:buFont typeface="Carlito"/>
              <a:buChar char="–"/>
              <a:tabLst>
                <a:tab pos="523875" algn="l"/>
              </a:tabLst>
            </a:pPr>
            <a:r>
              <a:rPr sz="1400" spc="45" dirty="0">
                <a:latin typeface="Trebuchet MS"/>
                <a:cs typeface="Trebuchet MS"/>
              </a:rPr>
              <a:t>Masking-</a:t>
            </a:r>
            <a:r>
              <a:rPr sz="1400" dirty="0">
                <a:latin typeface="Trebuchet MS"/>
                <a:cs typeface="Trebuchet MS"/>
              </a:rPr>
              <a:t>based</a:t>
            </a:r>
            <a:r>
              <a:rPr sz="1400" spc="60" dirty="0">
                <a:latin typeface="Trebuchet MS"/>
                <a:cs typeface="Trebuchet MS"/>
              </a:rPr>
              <a:t> </a:t>
            </a:r>
            <a:r>
              <a:rPr sz="1400" spc="79" dirty="0">
                <a:latin typeface="Trebuchet MS"/>
                <a:cs typeface="Trebuchet MS"/>
              </a:rPr>
              <a:t>Models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Lecture</a:t>
            </a:r>
            <a:r>
              <a:rPr lang="en-IN" spc="71" dirty="0"/>
              <a:t> </a:t>
            </a:r>
            <a:r>
              <a:rPr lang="en-IN" spc="-8" dirty="0"/>
              <a:t>overview</a:t>
            </a:r>
            <a:endParaRPr lang="en-IN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4763" rIns="0" bIns="0" rtlCol="0" anchor="ctr" anchorCtr="0">
            <a:spAutoFit/>
          </a:bodyPr>
          <a:lstStyle/>
          <a:p>
            <a:pPr marL="84296">
              <a:spcBef>
                <a:spcPts val="38"/>
              </a:spcBef>
            </a:pPr>
            <a:fld id="{81D60167-4931-47E6-BA6A-407CBD079E47}" type="slidenum">
              <a:rPr spc="-19" dirty="0"/>
              <a:pPr marL="84296">
                <a:spcBef>
                  <a:spcPts val="38"/>
                </a:spcBef>
              </a:pPr>
              <a:t>2</a:t>
            </a:fld>
            <a:endParaRPr spc="-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105" dirty="0"/>
              <a:t>Likelihood-</a:t>
            </a:r>
            <a:r>
              <a:rPr lang="en-IN" spc="45" dirty="0"/>
              <a:t>based</a:t>
            </a:r>
            <a:r>
              <a:rPr lang="en-IN" spc="-86" dirty="0"/>
              <a:t> </a:t>
            </a:r>
            <a:r>
              <a:rPr lang="en-IN" spc="79" dirty="0"/>
              <a:t>models</a:t>
            </a:r>
            <a:endParaRPr lang="en-IN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4763" rIns="0" bIns="0" rtlCol="0" anchor="ctr" anchorCtr="0">
            <a:spAutoFit/>
          </a:bodyPr>
          <a:lstStyle/>
          <a:p>
            <a:pPr marL="84296">
              <a:spcBef>
                <a:spcPts val="38"/>
              </a:spcBef>
            </a:pPr>
            <a:fld id="{81D60167-4931-47E6-BA6A-407CBD079E47}" type="slidenum">
              <a:rPr spc="-19" dirty="0"/>
              <a:pPr marL="84296">
                <a:spcBef>
                  <a:spcPts val="38"/>
                </a:spcBef>
              </a:pPr>
              <a:t>3</a:t>
            </a:fld>
            <a:endParaRPr spc="-19" dirty="0"/>
          </a:p>
        </p:txBody>
      </p:sp>
      <p:sp>
        <p:nvSpPr>
          <p:cNvPr id="3" name="object 3"/>
          <p:cNvSpPr txBox="1"/>
          <p:nvPr/>
        </p:nvSpPr>
        <p:spPr>
          <a:xfrm>
            <a:off x="337715" y="952706"/>
            <a:ext cx="7068026" cy="3458479"/>
          </a:xfrm>
          <a:prstGeom prst="rect">
            <a:avLst/>
          </a:prstGeom>
        </p:spPr>
        <p:txBody>
          <a:bodyPr vert="horz" wrap="square" lIns="0" tIns="72866" rIns="0" bIns="0" rtlCol="0">
            <a:spAutoFit/>
          </a:bodyPr>
          <a:lstStyle/>
          <a:p>
            <a:pPr marL="219075" indent="-171450">
              <a:spcBef>
                <a:spcPts val="574"/>
              </a:spcBef>
              <a:buSzPct val="101960"/>
              <a:buFont typeface="Arial"/>
              <a:buChar char="•"/>
              <a:tabLst>
                <a:tab pos="219075" algn="l"/>
              </a:tabLst>
            </a:pPr>
            <a:r>
              <a:rPr sz="2869" b="1" spc="84" baseline="1089" dirty="0">
                <a:latin typeface="Trebuchet MS"/>
                <a:cs typeface="Trebuchet MS"/>
              </a:rPr>
              <a:t>Problems</a:t>
            </a:r>
            <a:r>
              <a:rPr sz="2869" b="1" spc="-84" baseline="1089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we’d</a:t>
            </a:r>
            <a:r>
              <a:rPr sz="2869" b="1" spc="-78" baseline="1089" dirty="0">
                <a:latin typeface="Trebuchet MS"/>
                <a:cs typeface="Trebuchet MS"/>
              </a:rPr>
              <a:t> </a:t>
            </a:r>
            <a:r>
              <a:rPr sz="2869" b="1" spc="-28" baseline="1089" dirty="0">
                <a:latin typeface="Trebuchet MS"/>
                <a:cs typeface="Trebuchet MS"/>
              </a:rPr>
              <a:t>like</a:t>
            </a:r>
            <a:r>
              <a:rPr sz="2869" b="1" spc="-73" baseline="1089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to</a:t>
            </a:r>
            <a:r>
              <a:rPr sz="2869" b="1" spc="-84" baseline="1089" dirty="0">
                <a:latin typeface="Trebuchet MS"/>
                <a:cs typeface="Trebuchet MS"/>
              </a:rPr>
              <a:t> </a:t>
            </a:r>
            <a:r>
              <a:rPr sz="2869" b="1" spc="-11" baseline="1089" dirty="0">
                <a:latin typeface="Trebuchet MS"/>
                <a:cs typeface="Trebuchet MS"/>
              </a:rPr>
              <a:t>solve:</a:t>
            </a:r>
            <a:endParaRPr sz="2869" baseline="1089" dirty="0">
              <a:latin typeface="Trebuchet MS"/>
              <a:cs typeface="Trebuchet MS"/>
            </a:endParaRPr>
          </a:p>
          <a:p>
            <a:pPr marL="561023" lvl="1" indent="-170497">
              <a:lnSpc>
                <a:spcPts val="2333"/>
              </a:lnSpc>
              <a:spcBef>
                <a:spcPts val="514"/>
              </a:spcBef>
              <a:buSzPct val="76923"/>
              <a:buFont typeface="Carlito"/>
              <a:buChar char="–"/>
              <a:tabLst>
                <a:tab pos="561023" algn="l"/>
              </a:tabLst>
            </a:pPr>
            <a:r>
              <a:rPr sz="1950" spc="-8" dirty="0">
                <a:latin typeface="Trebuchet MS"/>
                <a:cs typeface="Trebuchet MS"/>
              </a:rPr>
              <a:t>Generating</a:t>
            </a:r>
            <a:r>
              <a:rPr sz="1950" spc="-26" dirty="0">
                <a:latin typeface="Trebuchet MS"/>
                <a:cs typeface="Trebuchet MS"/>
              </a:rPr>
              <a:t> </a:t>
            </a:r>
            <a:r>
              <a:rPr sz="1950" spc="-79" dirty="0">
                <a:latin typeface="Trebuchet MS"/>
                <a:cs typeface="Trebuchet MS"/>
              </a:rPr>
              <a:t>data: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synthesizing</a:t>
            </a:r>
            <a:r>
              <a:rPr sz="1950" spc="-26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images,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videos,</a:t>
            </a:r>
            <a:r>
              <a:rPr sz="1950" spc="-3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speech,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-15" dirty="0">
                <a:latin typeface="Trebuchet MS"/>
                <a:cs typeface="Trebuchet MS"/>
              </a:rPr>
              <a:t>text</a:t>
            </a:r>
            <a:endParaRPr sz="1950" dirty="0">
              <a:latin typeface="Trebuchet MS"/>
              <a:cs typeface="Trebuchet MS"/>
            </a:endParaRPr>
          </a:p>
          <a:p>
            <a:pPr marL="561023" lvl="1" indent="-170497">
              <a:lnSpc>
                <a:spcPts val="2333"/>
              </a:lnSpc>
              <a:buSzPct val="76923"/>
              <a:buFont typeface="Carlito"/>
              <a:buChar char="–"/>
              <a:tabLst>
                <a:tab pos="561023" algn="l"/>
              </a:tabLst>
            </a:pPr>
            <a:r>
              <a:rPr sz="1950" spc="45" dirty="0">
                <a:latin typeface="Trebuchet MS"/>
                <a:cs typeface="Trebuchet MS"/>
              </a:rPr>
              <a:t>Compressing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79" dirty="0">
                <a:latin typeface="Trebuchet MS"/>
                <a:cs typeface="Trebuchet MS"/>
              </a:rPr>
              <a:t>data: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constructing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49" dirty="0">
                <a:latin typeface="Trebuchet MS"/>
                <a:cs typeface="Trebuchet MS"/>
              </a:rPr>
              <a:t>efficient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spc="38" dirty="0">
                <a:latin typeface="Trebuchet MS"/>
                <a:cs typeface="Trebuchet MS"/>
              </a:rPr>
              <a:t>codes</a:t>
            </a:r>
            <a:endParaRPr sz="1950" dirty="0">
              <a:latin typeface="Trebuchet MS"/>
              <a:cs typeface="Trebuchet MS"/>
            </a:endParaRPr>
          </a:p>
          <a:p>
            <a:pPr marL="561023" lvl="1" indent="-170497">
              <a:buSzPct val="76923"/>
              <a:buFont typeface="Carlito"/>
              <a:buChar char="–"/>
              <a:tabLst>
                <a:tab pos="561023" algn="l"/>
              </a:tabLst>
            </a:pPr>
            <a:r>
              <a:rPr sz="1950" dirty="0">
                <a:latin typeface="Trebuchet MS"/>
                <a:cs typeface="Trebuchet MS"/>
              </a:rPr>
              <a:t>Anomaly</a:t>
            </a:r>
            <a:r>
              <a:rPr sz="1950" spc="45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detection</a:t>
            </a:r>
            <a:endParaRPr sz="1950" dirty="0">
              <a:latin typeface="Trebuchet MS"/>
              <a:cs typeface="Trebuchet MS"/>
            </a:endParaRPr>
          </a:p>
          <a:p>
            <a:pPr marL="219075" indent="-171450">
              <a:lnSpc>
                <a:spcPts val="2333"/>
              </a:lnSpc>
              <a:spcBef>
                <a:spcPts val="2160"/>
              </a:spcBef>
              <a:buFont typeface="Arial"/>
              <a:buChar char="•"/>
              <a:tabLst>
                <a:tab pos="219075" algn="l"/>
              </a:tabLst>
            </a:pPr>
            <a:r>
              <a:rPr sz="1950" spc="38" dirty="0">
                <a:latin typeface="Trebuchet MS"/>
                <a:cs typeface="Trebuchet MS"/>
              </a:rPr>
              <a:t>Likelihood-</a:t>
            </a:r>
            <a:r>
              <a:rPr sz="1950" spc="90" dirty="0">
                <a:latin typeface="Trebuchet MS"/>
                <a:cs typeface="Trebuchet MS"/>
              </a:rPr>
              <a:t>based</a:t>
            </a:r>
            <a:r>
              <a:rPr sz="1950" dirty="0">
                <a:latin typeface="Trebuchet MS"/>
                <a:cs typeface="Trebuchet MS"/>
              </a:rPr>
              <a:t> </a:t>
            </a:r>
            <a:r>
              <a:rPr sz="1950" spc="90" dirty="0">
                <a:latin typeface="Trebuchet MS"/>
                <a:cs typeface="Trebuchet MS"/>
              </a:rPr>
              <a:t>models</a:t>
            </a:r>
            <a:endParaRPr sz="1950" dirty="0">
              <a:latin typeface="Trebuchet MS"/>
              <a:cs typeface="Trebuchet MS"/>
            </a:endParaRPr>
          </a:p>
          <a:p>
            <a:pPr marL="561499" lvl="1" indent="-170974">
              <a:lnSpc>
                <a:spcPts val="2333"/>
              </a:lnSpc>
              <a:buFont typeface="Carlito"/>
              <a:buChar char="–"/>
              <a:tabLst>
                <a:tab pos="561499" algn="l"/>
              </a:tabLst>
            </a:pPr>
            <a:r>
              <a:rPr sz="1950" spc="41" dirty="0">
                <a:latin typeface="Trebuchet MS"/>
                <a:cs typeface="Trebuchet MS"/>
              </a:rPr>
              <a:t>Estimate</a:t>
            </a:r>
            <a:r>
              <a:rPr sz="1950" spc="-11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</a:t>
            </a:r>
            <a:r>
              <a:rPr sz="1913" baseline="-16339" dirty="0">
                <a:latin typeface="Trebuchet MS"/>
                <a:cs typeface="Trebuchet MS"/>
              </a:rPr>
              <a:t>data</a:t>
            </a:r>
            <a:r>
              <a:rPr sz="1913" spc="304" baseline="-16339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from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101" dirty="0">
                <a:latin typeface="Trebuchet MS"/>
                <a:cs typeface="Trebuchet MS"/>
              </a:rPr>
              <a:t>samples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x</a:t>
            </a:r>
            <a:r>
              <a:rPr sz="1913" baseline="26143" dirty="0">
                <a:latin typeface="Trebuchet MS"/>
                <a:cs typeface="Trebuchet MS"/>
              </a:rPr>
              <a:t>(1)</a:t>
            </a:r>
            <a:r>
              <a:rPr sz="1950" dirty="0">
                <a:latin typeface="Trebuchet MS"/>
                <a:cs typeface="Trebuchet MS"/>
              </a:rPr>
              <a:t>,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169" dirty="0">
                <a:latin typeface="Trebuchet MS"/>
                <a:cs typeface="Trebuchet MS"/>
              </a:rPr>
              <a:t>…,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x</a:t>
            </a:r>
            <a:r>
              <a:rPr sz="1913" baseline="26143" dirty="0">
                <a:latin typeface="Trebuchet MS"/>
                <a:cs typeface="Trebuchet MS"/>
              </a:rPr>
              <a:t>(n)</a:t>
            </a:r>
            <a:r>
              <a:rPr sz="1913" spc="17" baseline="26143" dirty="0">
                <a:latin typeface="Trebuchet MS"/>
                <a:cs typeface="Trebuchet MS"/>
              </a:rPr>
              <a:t> </a:t>
            </a:r>
            <a:r>
              <a:rPr sz="1950" spc="109" dirty="0">
                <a:latin typeface="Trebuchet MS"/>
                <a:cs typeface="Trebuchet MS"/>
              </a:rPr>
              <a:t>~</a:t>
            </a:r>
            <a:r>
              <a:rPr sz="1950" spc="-19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p</a:t>
            </a:r>
            <a:r>
              <a:rPr sz="1913" spc="-11" baseline="-16339" dirty="0">
                <a:latin typeface="Trebuchet MS"/>
                <a:cs typeface="Trebuchet MS"/>
              </a:rPr>
              <a:t>data</a:t>
            </a:r>
            <a:r>
              <a:rPr sz="1950" spc="-8" dirty="0">
                <a:latin typeface="Trebuchet MS"/>
                <a:cs typeface="Trebuchet MS"/>
              </a:rPr>
              <a:t>(x)</a:t>
            </a:r>
            <a:endParaRPr sz="1950" dirty="0">
              <a:latin typeface="Trebuchet MS"/>
              <a:cs typeface="Trebuchet MS"/>
            </a:endParaRPr>
          </a:p>
          <a:p>
            <a:pPr lvl="1">
              <a:spcBef>
                <a:spcPts val="109"/>
              </a:spcBef>
              <a:buFont typeface="Carlito"/>
              <a:buChar char="–"/>
            </a:pPr>
            <a:endParaRPr sz="1950" dirty="0">
              <a:latin typeface="Trebuchet MS"/>
              <a:cs typeface="Trebuchet MS"/>
            </a:endParaRPr>
          </a:p>
          <a:p>
            <a:pPr marL="219075" indent="-171450">
              <a:buFont typeface="Arial"/>
              <a:buChar char="•"/>
              <a:tabLst>
                <a:tab pos="219075" algn="l"/>
              </a:tabLst>
            </a:pPr>
            <a:r>
              <a:rPr sz="1950" dirty="0">
                <a:latin typeface="Trebuchet MS"/>
                <a:cs typeface="Trebuchet MS"/>
              </a:rPr>
              <a:t>Learns</a:t>
            </a:r>
            <a:r>
              <a:rPr sz="1950" spc="-3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-41" dirty="0">
                <a:latin typeface="Trebuchet MS"/>
                <a:cs typeface="Trebuchet MS"/>
              </a:rPr>
              <a:t>distribution</a:t>
            </a:r>
            <a:r>
              <a:rPr sz="1950" spc="-26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-71" dirty="0">
                <a:latin typeface="Trebuchet MS"/>
                <a:cs typeface="Trebuchet MS"/>
              </a:rPr>
              <a:t>that</a:t>
            </a:r>
            <a:r>
              <a:rPr sz="1950" spc="-34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allows:</a:t>
            </a:r>
            <a:endParaRPr sz="1950" dirty="0">
              <a:latin typeface="Trebuchet MS"/>
              <a:cs typeface="Trebuchet MS"/>
            </a:endParaRPr>
          </a:p>
          <a:p>
            <a:pPr marL="561023" lvl="1" indent="-170497">
              <a:spcBef>
                <a:spcPts val="435"/>
              </a:spcBef>
              <a:buSzPct val="76923"/>
              <a:buFont typeface="Carlito"/>
              <a:buChar char="–"/>
              <a:tabLst>
                <a:tab pos="561023" algn="l"/>
              </a:tabLst>
            </a:pPr>
            <a:r>
              <a:rPr sz="1950" dirty="0">
                <a:latin typeface="Trebuchet MS"/>
                <a:cs typeface="Trebuchet MS"/>
              </a:rPr>
              <a:t>Computing</a:t>
            </a:r>
            <a:r>
              <a:rPr sz="1950" spc="-19" dirty="0">
                <a:latin typeface="Trebuchet MS"/>
                <a:cs typeface="Trebuchet MS"/>
              </a:rPr>
              <a:t> </a:t>
            </a:r>
            <a:r>
              <a:rPr sz="1950" spc="-94" dirty="0">
                <a:latin typeface="Trebuchet MS"/>
                <a:cs typeface="Trebuchet MS"/>
              </a:rPr>
              <a:t>p(x)</a:t>
            </a:r>
            <a:r>
              <a:rPr sz="1950" spc="-23" dirty="0">
                <a:latin typeface="Trebuchet MS"/>
                <a:cs typeface="Trebuchet MS"/>
              </a:rPr>
              <a:t> </a:t>
            </a:r>
            <a:r>
              <a:rPr sz="1950" spc="-34" dirty="0">
                <a:latin typeface="Trebuchet MS"/>
                <a:cs typeface="Trebuchet MS"/>
              </a:rPr>
              <a:t>for</a:t>
            </a:r>
            <a:r>
              <a:rPr sz="1950" spc="-26" dirty="0">
                <a:latin typeface="Trebuchet MS"/>
                <a:cs typeface="Trebuchet MS"/>
              </a:rPr>
              <a:t> </a:t>
            </a:r>
            <a:r>
              <a:rPr sz="1950" spc="-79" dirty="0">
                <a:latin typeface="Trebuchet MS"/>
                <a:cs typeface="Trebuchet MS"/>
              </a:rPr>
              <a:t>arbitrary</a:t>
            </a:r>
            <a:r>
              <a:rPr sz="1950" spc="-23" dirty="0">
                <a:latin typeface="Trebuchet MS"/>
                <a:cs typeface="Trebuchet MS"/>
              </a:rPr>
              <a:t> </a:t>
            </a:r>
            <a:r>
              <a:rPr sz="1950" spc="-38" dirty="0">
                <a:latin typeface="Trebuchet MS"/>
                <a:cs typeface="Trebuchet MS"/>
              </a:rPr>
              <a:t>x</a:t>
            </a:r>
            <a:endParaRPr sz="1950" dirty="0">
              <a:latin typeface="Trebuchet MS"/>
              <a:cs typeface="Trebuchet MS"/>
            </a:endParaRPr>
          </a:p>
          <a:p>
            <a:pPr marL="561023" lvl="1" indent="-170497">
              <a:buSzPct val="76923"/>
              <a:buFont typeface="Carlito"/>
              <a:buChar char="–"/>
              <a:tabLst>
                <a:tab pos="561023" algn="l"/>
              </a:tabLst>
            </a:pPr>
            <a:r>
              <a:rPr sz="1950" dirty="0">
                <a:latin typeface="Trebuchet MS"/>
                <a:cs typeface="Trebuchet MS"/>
              </a:rPr>
              <a:t>Sampling</a:t>
            </a:r>
            <a:r>
              <a:rPr sz="1950" spc="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x</a:t>
            </a:r>
            <a:r>
              <a:rPr sz="1950" spc="4" dirty="0">
                <a:latin typeface="Trebuchet MS"/>
                <a:cs typeface="Trebuchet MS"/>
              </a:rPr>
              <a:t> </a:t>
            </a:r>
            <a:r>
              <a:rPr sz="1950" spc="255" dirty="0">
                <a:latin typeface="Trebuchet MS"/>
                <a:cs typeface="Trebuchet MS"/>
              </a:rPr>
              <a:t>~</a:t>
            </a:r>
            <a:r>
              <a:rPr sz="1950" dirty="0">
                <a:latin typeface="Trebuchet MS"/>
                <a:cs typeface="Trebuchet MS"/>
              </a:rPr>
              <a:t> </a:t>
            </a:r>
            <a:r>
              <a:rPr sz="1950" spc="-15" dirty="0">
                <a:latin typeface="Trebuchet MS"/>
                <a:cs typeface="Trebuchet MS"/>
              </a:rPr>
              <a:t>p(x)</a:t>
            </a:r>
            <a:endParaRPr sz="19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26" dirty="0"/>
              <a:t>Desiderata</a:t>
            </a:r>
            <a:endParaRPr lang="en-IN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4763" rIns="0" bIns="0" rtlCol="0" anchor="ctr" anchorCtr="0">
            <a:spAutoFit/>
          </a:bodyPr>
          <a:lstStyle/>
          <a:p>
            <a:pPr marL="84296">
              <a:spcBef>
                <a:spcPts val="38"/>
              </a:spcBef>
            </a:pPr>
            <a:fld id="{81D60167-4931-47E6-BA6A-407CBD079E47}" type="slidenum">
              <a:rPr spc="-19" dirty="0"/>
              <a:pPr marL="84296">
                <a:spcBef>
                  <a:spcPts val="38"/>
                </a:spcBef>
              </a:pPr>
              <a:t>4</a:t>
            </a:fld>
            <a:endParaRPr spc="-19" dirty="0"/>
          </a:p>
        </p:txBody>
      </p:sp>
      <p:sp>
        <p:nvSpPr>
          <p:cNvPr id="3" name="object 3"/>
          <p:cNvSpPr txBox="1"/>
          <p:nvPr/>
        </p:nvSpPr>
        <p:spPr>
          <a:xfrm>
            <a:off x="375814" y="965834"/>
            <a:ext cx="8064818" cy="2397451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180975" indent="-171450">
              <a:spcBef>
                <a:spcPts val="435"/>
              </a:spcBef>
              <a:buFont typeface="Arial"/>
              <a:buChar char="•"/>
              <a:tabLst>
                <a:tab pos="180975" algn="l"/>
              </a:tabLst>
            </a:pPr>
            <a:r>
              <a:rPr sz="1950" spc="146" dirty="0">
                <a:latin typeface="Trebuchet MS"/>
                <a:cs typeface="Trebuchet MS"/>
              </a:rPr>
              <a:t>We</a:t>
            </a:r>
            <a:r>
              <a:rPr sz="1950" spc="-56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want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53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estimate</a:t>
            </a:r>
            <a:r>
              <a:rPr sz="1950" spc="-53" dirty="0">
                <a:latin typeface="Trebuchet MS"/>
                <a:cs typeface="Trebuchet MS"/>
              </a:rPr>
              <a:t> </a:t>
            </a:r>
            <a:r>
              <a:rPr sz="1950" spc="-23" dirty="0">
                <a:latin typeface="Trebuchet MS"/>
                <a:cs typeface="Trebuchet MS"/>
              </a:rPr>
              <a:t>distributions</a:t>
            </a:r>
            <a:r>
              <a:rPr sz="1950" spc="-56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complex,</a:t>
            </a:r>
            <a:r>
              <a:rPr sz="2869" b="1" spc="-67" baseline="1089" dirty="0">
                <a:latin typeface="Trebuchet MS"/>
                <a:cs typeface="Trebuchet MS"/>
              </a:rPr>
              <a:t> </a:t>
            </a:r>
            <a:r>
              <a:rPr sz="2869" b="1" spc="67" baseline="1089" dirty="0">
                <a:latin typeface="Trebuchet MS"/>
                <a:cs typeface="Trebuchet MS"/>
              </a:rPr>
              <a:t>high-</a:t>
            </a:r>
            <a:r>
              <a:rPr sz="2869" b="1" spc="78" baseline="1089" dirty="0">
                <a:latin typeface="Trebuchet MS"/>
                <a:cs typeface="Trebuchet MS"/>
              </a:rPr>
              <a:t>dimensional</a:t>
            </a:r>
            <a:r>
              <a:rPr sz="2869" b="1" spc="-67" baseline="1089" dirty="0">
                <a:latin typeface="Trebuchet MS"/>
                <a:cs typeface="Trebuchet MS"/>
              </a:rPr>
              <a:t> </a:t>
            </a:r>
            <a:r>
              <a:rPr sz="2869" b="1" spc="-23" baseline="1089" dirty="0">
                <a:latin typeface="Trebuchet MS"/>
                <a:cs typeface="Trebuchet MS"/>
              </a:rPr>
              <a:t>data</a:t>
            </a:r>
            <a:endParaRPr sz="2869" baseline="1089" dirty="0">
              <a:latin typeface="Trebuchet MS"/>
              <a:cs typeface="Trebuchet MS"/>
            </a:endParaRPr>
          </a:p>
          <a:p>
            <a:pPr marL="523875" lvl="1" indent="-171450">
              <a:spcBef>
                <a:spcPts val="360"/>
              </a:spcBef>
              <a:buSzPct val="84615"/>
              <a:buFont typeface="Carlito"/>
              <a:buChar char="–"/>
              <a:tabLst>
                <a:tab pos="523875" algn="l"/>
              </a:tabLst>
            </a:pPr>
            <a:r>
              <a:rPr sz="1950" spc="135" dirty="0">
                <a:latin typeface="Trebuchet MS"/>
                <a:cs typeface="Trebuchet MS"/>
              </a:rPr>
              <a:t>A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105" dirty="0">
                <a:latin typeface="Trebuchet MS"/>
                <a:cs typeface="Trebuchet MS"/>
              </a:rPr>
              <a:t>128×128×3</a:t>
            </a:r>
            <a:r>
              <a:rPr sz="1950" spc="-41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image</a:t>
            </a:r>
            <a:r>
              <a:rPr sz="1950" spc="-41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lies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15" dirty="0">
                <a:latin typeface="Trebuchet MS"/>
                <a:cs typeface="Trebuchet MS"/>
              </a:rPr>
              <a:t>in</a:t>
            </a:r>
            <a:r>
              <a:rPr sz="1950" spc="-41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</a:t>
            </a:r>
            <a:r>
              <a:rPr sz="1950" spc="-41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~50,000-dimensional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space</a:t>
            </a:r>
            <a:endParaRPr sz="1950" dirty="0">
              <a:latin typeface="Trebuchet MS"/>
              <a:cs typeface="Trebuchet MS"/>
            </a:endParaRPr>
          </a:p>
          <a:p>
            <a:pPr marL="180975" indent="-171450">
              <a:spcBef>
                <a:spcPts val="1185"/>
              </a:spcBef>
              <a:buFont typeface="Arial"/>
              <a:buChar char="•"/>
              <a:tabLst>
                <a:tab pos="180975" algn="l"/>
              </a:tabLst>
            </a:pPr>
            <a:r>
              <a:rPr sz="1950" spc="146" dirty="0">
                <a:latin typeface="Trebuchet MS"/>
                <a:cs typeface="Trebuchet MS"/>
              </a:rPr>
              <a:t>We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also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want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computational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and</a:t>
            </a:r>
            <a:r>
              <a:rPr sz="1950" spc="-56" dirty="0">
                <a:latin typeface="Trebuchet MS"/>
                <a:cs typeface="Trebuchet MS"/>
              </a:rPr>
              <a:t> </a:t>
            </a:r>
            <a:r>
              <a:rPr sz="1950" spc="-41" dirty="0">
                <a:latin typeface="Trebuchet MS"/>
                <a:cs typeface="Trebuchet MS"/>
              </a:rPr>
              <a:t>statistical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efficiency</a:t>
            </a:r>
            <a:endParaRPr sz="1950" dirty="0">
              <a:latin typeface="Trebuchet MS"/>
              <a:cs typeface="Trebuchet MS"/>
            </a:endParaRPr>
          </a:p>
          <a:p>
            <a:pPr marL="523875" lvl="1" indent="-171450">
              <a:lnSpc>
                <a:spcPts val="2333"/>
              </a:lnSpc>
              <a:spcBef>
                <a:spcPts val="289"/>
              </a:spcBef>
              <a:buSzPct val="84615"/>
              <a:buFont typeface="Carlito"/>
              <a:buChar char="–"/>
              <a:tabLst>
                <a:tab pos="523875" algn="l"/>
              </a:tabLst>
            </a:pPr>
            <a:r>
              <a:rPr sz="1950" spc="-34" dirty="0">
                <a:latin typeface="Trebuchet MS"/>
                <a:cs typeface="Trebuchet MS"/>
              </a:rPr>
              <a:t>Efficient</a:t>
            </a:r>
            <a:r>
              <a:rPr sz="1950" spc="-86" dirty="0">
                <a:latin typeface="Trebuchet MS"/>
                <a:cs typeface="Trebuchet MS"/>
              </a:rPr>
              <a:t> </a:t>
            </a:r>
            <a:r>
              <a:rPr sz="1950" spc="-45" dirty="0">
                <a:latin typeface="Trebuchet MS"/>
                <a:cs typeface="Trebuchet MS"/>
              </a:rPr>
              <a:t>training</a:t>
            </a:r>
            <a:r>
              <a:rPr sz="1950" spc="-7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and</a:t>
            </a:r>
            <a:r>
              <a:rPr sz="1950" spc="-7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model</a:t>
            </a:r>
            <a:r>
              <a:rPr sz="1950" spc="-83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representation</a:t>
            </a:r>
            <a:endParaRPr sz="1950" dirty="0">
              <a:latin typeface="Trebuchet MS"/>
              <a:cs typeface="Trebuchet MS"/>
            </a:endParaRPr>
          </a:p>
          <a:p>
            <a:pPr marL="523875" lvl="1" indent="-171450">
              <a:lnSpc>
                <a:spcPts val="2321"/>
              </a:lnSpc>
              <a:buSzPct val="84615"/>
              <a:buFont typeface="Carlito"/>
              <a:buChar char="–"/>
              <a:tabLst>
                <a:tab pos="523875" algn="l"/>
              </a:tabLst>
            </a:pPr>
            <a:r>
              <a:rPr sz="1950" spc="49" dirty="0">
                <a:latin typeface="Trebuchet MS"/>
                <a:cs typeface="Trebuchet MS"/>
              </a:rPr>
              <a:t>Expressiveness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and</a:t>
            </a:r>
            <a:r>
              <a:rPr sz="1950" spc="-53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generalization</a:t>
            </a:r>
            <a:endParaRPr sz="1950" dirty="0">
              <a:latin typeface="Trebuchet MS"/>
              <a:cs typeface="Trebuchet MS"/>
            </a:endParaRPr>
          </a:p>
          <a:p>
            <a:pPr marL="523875" lvl="1" indent="-171450">
              <a:lnSpc>
                <a:spcPts val="2333"/>
              </a:lnSpc>
              <a:buSzPct val="84615"/>
              <a:buFont typeface="Carlito"/>
              <a:buChar char="–"/>
              <a:tabLst>
                <a:tab pos="523875" algn="l"/>
              </a:tabLst>
            </a:pPr>
            <a:r>
              <a:rPr sz="1950" dirty="0">
                <a:latin typeface="Trebuchet MS"/>
                <a:cs typeface="Trebuchet MS"/>
              </a:rPr>
              <a:t>Sampling</a:t>
            </a:r>
            <a:r>
              <a:rPr sz="1950" spc="-19" dirty="0">
                <a:latin typeface="Trebuchet MS"/>
                <a:cs typeface="Trebuchet MS"/>
              </a:rPr>
              <a:t> </a:t>
            </a:r>
            <a:r>
              <a:rPr sz="1950" spc="-60" dirty="0">
                <a:latin typeface="Trebuchet MS"/>
                <a:cs typeface="Trebuchet MS"/>
              </a:rPr>
              <a:t>quality</a:t>
            </a:r>
            <a:r>
              <a:rPr sz="1950" spc="-1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and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34" dirty="0">
                <a:latin typeface="Trebuchet MS"/>
                <a:cs typeface="Trebuchet MS"/>
              </a:rPr>
              <a:t>speed</a:t>
            </a:r>
            <a:endParaRPr sz="1950" dirty="0">
              <a:latin typeface="Trebuchet MS"/>
              <a:cs typeface="Trebuchet MS"/>
            </a:endParaRPr>
          </a:p>
          <a:p>
            <a:pPr marL="523875" lvl="1" indent="-171450">
              <a:spcBef>
                <a:spcPts val="56"/>
              </a:spcBef>
              <a:buSzPct val="84615"/>
              <a:buFont typeface="Carlito"/>
              <a:buChar char="–"/>
              <a:tabLst>
                <a:tab pos="523875" algn="l"/>
              </a:tabLst>
            </a:pPr>
            <a:r>
              <a:rPr sz="1950" spc="38" dirty="0">
                <a:latin typeface="Trebuchet MS"/>
                <a:cs typeface="Trebuchet MS"/>
              </a:rPr>
              <a:t>Compression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spc="-60" dirty="0">
                <a:latin typeface="Trebuchet MS"/>
                <a:cs typeface="Trebuchet MS"/>
              </a:rPr>
              <a:t>rate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and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spc="34" dirty="0">
                <a:latin typeface="Trebuchet MS"/>
                <a:cs typeface="Trebuchet MS"/>
              </a:rPr>
              <a:t>speed</a:t>
            </a:r>
            <a:endParaRPr sz="19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Lecture</a:t>
            </a:r>
            <a:r>
              <a:rPr lang="en-IN" spc="71" dirty="0"/>
              <a:t> </a:t>
            </a:r>
            <a:r>
              <a:rPr lang="en-IN" spc="-8" dirty="0"/>
              <a:t>overview</a:t>
            </a:r>
            <a:endParaRPr lang="en-IN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4763" rIns="0" bIns="0" rtlCol="0" anchor="ctr" anchorCtr="0">
            <a:spAutoFit/>
          </a:bodyPr>
          <a:lstStyle/>
          <a:p>
            <a:pPr marL="84296">
              <a:spcBef>
                <a:spcPts val="38"/>
              </a:spcBef>
            </a:pPr>
            <a:fld id="{81D60167-4931-47E6-BA6A-407CBD079E47}" type="slidenum">
              <a:rPr spc="-19" dirty="0"/>
              <a:pPr marL="84296">
                <a:spcBef>
                  <a:spcPts val="38"/>
                </a:spcBef>
              </a:pPr>
              <a:t>5</a:t>
            </a:fld>
            <a:endParaRPr spc="-19" dirty="0"/>
          </a:p>
        </p:txBody>
      </p:sp>
      <p:sp>
        <p:nvSpPr>
          <p:cNvPr id="3" name="object 3"/>
          <p:cNvSpPr txBox="1"/>
          <p:nvPr/>
        </p:nvSpPr>
        <p:spPr>
          <a:xfrm>
            <a:off x="352969" y="894969"/>
            <a:ext cx="5933123" cy="2570095"/>
          </a:xfrm>
          <a:prstGeom prst="rect">
            <a:avLst/>
          </a:prstGeom>
        </p:spPr>
        <p:txBody>
          <a:bodyPr vert="horz" wrap="square" lIns="0" tIns="132874" rIns="0" bIns="0" rtlCol="0">
            <a:spAutoFit/>
          </a:bodyPr>
          <a:lstStyle/>
          <a:p>
            <a:pPr marL="180975" indent="-171450">
              <a:spcBef>
                <a:spcPts val="1046"/>
              </a:spcBef>
              <a:buFont typeface="Arial"/>
              <a:buChar char="•"/>
              <a:tabLst>
                <a:tab pos="180975" algn="l"/>
              </a:tabLst>
            </a:pPr>
            <a:r>
              <a:rPr sz="1950" spc="-8" dirty="0">
                <a:latin typeface="Trebuchet MS"/>
                <a:cs typeface="Trebuchet MS"/>
              </a:rPr>
              <a:t>Motivation</a:t>
            </a:r>
            <a:endParaRPr sz="1950">
              <a:latin typeface="Trebuchet MS"/>
              <a:cs typeface="Trebuchet MS"/>
            </a:endParaRPr>
          </a:p>
          <a:p>
            <a:pPr marL="180975" indent="-171450">
              <a:spcBef>
                <a:spcPts val="1009"/>
              </a:spcBef>
              <a:buSzPct val="101960"/>
              <a:buFont typeface="Arial"/>
              <a:buChar char="•"/>
              <a:tabLst>
                <a:tab pos="180975" algn="l"/>
              </a:tabLst>
            </a:pPr>
            <a:r>
              <a:rPr sz="2869" b="1" spc="124" baseline="1089" dirty="0">
                <a:latin typeface="Trebuchet MS"/>
                <a:cs typeface="Trebuchet MS"/>
              </a:rPr>
              <a:t>Simple</a:t>
            </a:r>
            <a:r>
              <a:rPr sz="2869" b="1" spc="28" baseline="1089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generative</a:t>
            </a:r>
            <a:r>
              <a:rPr sz="2869" b="1" spc="28" baseline="1089" dirty="0">
                <a:latin typeface="Trebuchet MS"/>
                <a:cs typeface="Trebuchet MS"/>
              </a:rPr>
              <a:t> </a:t>
            </a:r>
            <a:r>
              <a:rPr sz="2869" b="1" spc="67" baseline="1089" dirty="0">
                <a:latin typeface="Trebuchet MS"/>
                <a:cs typeface="Trebuchet MS"/>
              </a:rPr>
              <a:t>models:</a:t>
            </a:r>
            <a:r>
              <a:rPr sz="2869" b="1" spc="23" baseline="1089" dirty="0">
                <a:latin typeface="Trebuchet MS"/>
                <a:cs typeface="Trebuchet MS"/>
              </a:rPr>
              <a:t> </a:t>
            </a:r>
            <a:r>
              <a:rPr sz="2869" b="1" spc="95" baseline="1089" dirty="0">
                <a:latin typeface="Trebuchet MS"/>
                <a:cs typeface="Trebuchet MS"/>
              </a:rPr>
              <a:t>histograms</a:t>
            </a:r>
            <a:endParaRPr sz="2869" baseline="1089">
              <a:latin typeface="Trebuchet MS"/>
              <a:cs typeface="Trebuchet MS"/>
            </a:endParaRPr>
          </a:p>
          <a:p>
            <a:pPr marL="180975" indent="-171450">
              <a:spcBef>
                <a:spcPts val="960"/>
              </a:spcBef>
              <a:buFont typeface="Arial"/>
              <a:buChar char="•"/>
              <a:tabLst>
                <a:tab pos="180975" algn="l"/>
              </a:tabLst>
            </a:pPr>
            <a:r>
              <a:rPr sz="1950" spc="-26" dirty="0">
                <a:latin typeface="Trebuchet MS"/>
                <a:cs typeface="Trebuchet MS"/>
              </a:rPr>
              <a:t>Parameterized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23" dirty="0">
                <a:latin typeface="Trebuchet MS"/>
                <a:cs typeface="Trebuchet MS"/>
              </a:rPr>
              <a:t>distributions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and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maximum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spc="-23" dirty="0">
                <a:latin typeface="Trebuchet MS"/>
                <a:cs typeface="Trebuchet MS"/>
              </a:rPr>
              <a:t>likelihood</a:t>
            </a:r>
            <a:endParaRPr sz="1950">
              <a:latin typeface="Trebuchet MS"/>
              <a:cs typeface="Trebuchet MS"/>
            </a:endParaRPr>
          </a:p>
          <a:p>
            <a:pPr marL="180975" indent="-171450">
              <a:spcBef>
                <a:spcPts val="1028"/>
              </a:spcBef>
              <a:buFont typeface="Arial"/>
              <a:buChar char="•"/>
              <a:tabLst>
                <a:tab pos="180975" algn="l"/>
              </a:tabLst>
            </a:pPr>
            <a:r>
              <a:rPr sz="1950" dirty="0">
                <a:latin typeface="Trebuchet MS"/>
                <a:cs typeface="Trebuchet MS"/>
              </a:rPr>
              <a:t>Autoregressive</a:t>
            </a:r>
            <a:r>
              <a:rPr sz="1950" spc="214" dirty="0">
                <a:latin typeface="Trebuchet MS"/>
                <a:cs typeface="Trebuchet MS"/>
              </a:rPr>
              <a:t> </a:t>
            </a:r>
            <a:r>
              <a:rPr sz="1950" spc="79" dirty="0">
                <a:latin typeface="Trebuchet MS"/>
                <a:cs typeface="Trebuchet MS"/>
              </a:rPr>
              <a:t>Models</a:t>
            </a:r>
            <a:endParaRPr sz="1950">
              <a:latin typeface="Trebuchet MS"/>
              <a:cs typeface="Trebuchet MS"/>
            </a:endParaRPr>
          </a:p>
          <a:p>
            <a:pPr marL="523399" lvl="1" indent="-170974">
              <a:spcBef>
                <a:spcPts val="971"/>
              </a:spcBef>
              <a:buFont typeface="Carlito"/>
              <a:buChar char="–"/>
              <a:tabLst>
                <a:tab pos="523399" algn="l"/>
              </a:tabLst>
            </a:pPr>
            <a:r>
              <a:rPr sz="1950" spc="-8" dirty="0">
                <a:latin typeface="Trebuchet MS"/>
                <a:cs typeface="Trebuchet MS"/>
              </a:rPr>
              <a:t>Recurrent</a:t>
            </a:r>
            <a:r>
              <a:rPr sz="1950" spc="-113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Neural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41" dirty="0">
                <a:latin typeface="Trebuchet MS"/>
                <a:cs typeface="Trebuchet MS"/>
              </a:rPr>
              <a:t>Nets</a:t>
            </a:r>
            <a:endParaRPr sz="1950">
              <a:latin typeface="Trebuchet MS"/>
              <a:cs typeface="Trebuchet MS"/>
            </a:endParaRPr>
          </a:p>
          <a:p>
            <a:pPr marL="523399" lvl="1" indent="-170974">
              <a:spcBef>
                <a:spcPts val="956"/>
              </a:spcBef>
              <a:buFont typeface="Carlito"/>
              <a:buChar char="–"/>
              <a:tabLst>
                <a:tab pos="523399" algn="l"/>
              </a:tabLst>
            </a:pPr>
            <a:r>
              <a:rPr sz="1950" spc="45" dirty="0">
                <a:latin typeface="Trebuchet MS"/>
                <a:cs typeface="Trebuchet MS"/>
              </a:rPr>
              <a:t>Masking-</a:t>
            </a:r>
            <a:r>
              <a:rPr sz="1950" dirty="0">
                <a:latin typeface="Trebuchet MS"/>
                <a:cs typeface="Trebuchet MS"/>
              </a:rPr>
              <a:t>based</a:t>
            </a:r>
            <a:r>
              <a:rPr sz="1950" spc="113" dirty="0">
                <a:latin typeface="Trebuchet MS"/>
                <a:cs typeface="Trebuchet MS"/>
              </a:rPr>
              <a:t> </a:t>
            </a:r>
            <a:r>
              <a:rPr sz="1950" spc="79" dirty="0">
                <a:latin typeface="Trebuchet MS"/>
                <a:cs typeface="Trebuchet MS"/>
              </a:rPr>
              <a:t>Models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spc="38" dirty="0"/>
              <a:t>Learning:</a:t>
            </a:r>
            <a:r>
              <a:rPr lang="en-US" spc="-90" dirty="0"/>
              <a:t> </a:t>
            </a:r>
            <a:r>
              <a:rPr lang="en-US" spc="38" dirty="0"/>
              <a:t>Estimate</a:t>
            </a:r>
            <a:r>
              <a:rPr lang="en-US" spc="-86" dirty="0"/>
              <a:t> </a:t>
            </a:r>
            <a:r>
              <a:rPr lang="en-US" spc="56" dirty="0"/>
              <a:t>frequencies</a:t>
            </a:r>
            <a:r>
              <a:rPr lang="en-US" spc="-86" dirty="0"/>
              <a:t> </a:t>
            </a:r>
            <a:r>
              <a:rPr lang="en-US" spc="64" dirty="0"/>
              <a:t>by</a:t>
            </a:r>
            <a:r>
              <a:rPr lang="en-US" spc="-86" dirty="0"/>
              <a:t> </a:t>
            </a:r>
            <a:r>
              <a:rPr lang="en-US" spc="113" dirty="0"/>
              <a:t>counting</a:t>
            </a:r>
            <a:endParaRPr lang="en-IN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4763" rIns="0" bIns="0" rtlCol="0" anchor="ctr" anchorCtr="0">
            <a:spAutoFit/>
          </a:bodyPr>
          <a:lstStyle/>
          <a:p>
            <a:pPr marL="84296">
              <a:spcBef>
                <a:spcPts val="38"/>
              </a:spcBef>
            </a:pPr>
            <a:fld id="{81D60167-4931-47E6-BA6A-407CBD079E47}" type="slidenum">
              <a:rPr spc="-19" dirty="0"/>
              <a:pPr marL="84296">
                <a:spcBef>
                  <a:spcPts val="38"/>
                </a:spcBef>
              </a:pPr>
              <a:t>6</a:t>
            </a:fld>
            <a:endParaRPr spc="-19" dirty="0"/>
          </a:p>
        </p:txBody>
      </p:sp>
      <p:sp>
        <p:nvSpPr>
          <p:cNvPr id="3" name="object 3"/>
          <p:cNvSpPr txBox="1"/>
          <p:nvPr/>
        </p:nvSpPr>
        <p:spPr>
          <a:xfrm>
            <a:off x="356765" y="1012317"/>
            <a:ext cx="4820126" cy="3999428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99073" marR="514350" indent="-170497">
              <a:lnSpc>
                <a:spcPct val="100699"/>
              </a:lnSpc>
              <a:spcBef>
                <a:spcPts val="60"/>
              </a:spcBef>
              <a:buFont typeface="Arial"/>
              <a:buChar char="•"/>
              <a:tabLst>
                <a:tab pos="200025" algn="l"/>
              </a:tabLst>
            </a:pPr>
            <a:r>
              <a:rPr spc="-41" dirty="0">
                <a:latin typeface="Trebuchet MS"/>
                <a:cs typeface="Trebuchet MS"/>
              </a:rPr>
              <a:t>Recall: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goal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is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to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estimate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sz="2644" b="1" baseline="1182" dirty="0">
                <a:latin typeface="Trebuchet MS"/>
                <a:cs typeface="Trebuchet MS"/>
              </a:rPr>
              <a:t>p</a:t>
            </a:r>
            <a:r>
              <a:rPr sz="1744" b="1" baseline="-16129" dirty="0">
                <a:latin typeface="Trebuchet MS"/>
                <a:cs typeface="Trebuchet MS"/>
              </a:rPr>
              <a:t>data</a:t>
            </a:r>
            <a:r>
              <a:rPr sz="1744" b="1" spc="185" baseline="-16129" dirty="0">
                <a:latin typeface="Trebuchet MS"/>
                <a:cs typeface="Trebuchet MS"/>
              </a:rPr>
              <a:t> </a:t>
            </a:r>
            <a:r>
              <a:rPr sz="2644" b="1" spc="33" baseline="1182" dirty="0">
                <a:latin typeface="Trebuchet MS"/>
                <a:cs typeface="Trebuchet MS"/>
              </a:rPr>
              <a:t>from 	</a:t>
            </a:r>
            <a:r>
              <a:rPr sz="1763" b="1" spc="71" dirty="0">
                <a:latin typeface="Trebuchet MS"/>
                <a:cs typeface="Trebuchet MS"/>
              </a:rPr>
              <a:t>samples</a:t>
            </a:r>
            <a:r>
              <a:rPr sz="1763" b="1" spc="-53" dirty="0">
                <a:latin typeface="Trebuchet MS"/>
                <a:cs typeface="Trebuchet MS"/>
              </a:rPr>
              <a:t> </a:t>
            </a:r>
            <a:r>
              <a:rPr sz="1763" b="1" spc="-30" dirty="0">
                <a:latin typeface="Trebuchet MS"/>
                <a:cs typeface="Trebuchet MS"/>
              </a:rPr>
              <a:t>x</a:t>
            </a:r>
            <a:r>
              <a:rPr sz="1744" b="1" spc="-45" baseline="25089" dirty="0">
                <a:latin typeface="Trebuchet MS"/>
                <a:cs typeface="Trebuchet MS"/>
              </a:rPr>
              <a:t>(1)</a:t>
            </a:r>
            <a:r>
              <a:rPr sz="1763" b="1" spc="-30" dirty="0">
                <a:latin typeface="Trebuchet MS"/>
                <a:cs typeface="Trebuchet MS"/>
              </a:rPr>
              <a:t>,</a:t>
            </a:r>
            <a:r>
              <a:rPr sz="1763" b="1" spc="-49" dirty="0">
                <a:latin typeface="Trebuchet MS"/>
                <a:cs typeface="Trebuchet MS"/>
              </a:rPr>
              <a:t> </a:t>
            </a:r>
            <a:r>
              <a:rPr sz="1763" b="1" spc="172" dirty="0">
                <a:latin typeface="Trebuchet MS"/>
                <a:cs typeface="Trebuchet MS"/>
              </a:rPr>
              <a:t>…,</a:t>
            </a:r>
            <a:r>
              <a:rPr sz="1763" b="1" spc="-49" dirty="0">
                <a:latin typeface="Trebuchet MS"/>
                <a:cs typeface="Trebuchet MS"/>
              </a:rPr>
              <a:t> </a:t>
            </a:r>
            <a:r>
              <a:rPr sz="1763" b="1" dirty="0">
                <a:latin typeface="Trebuchet MS"/>
                <a:cs typeface="Trebuchet MS"/>
              </a:rPr>
              <a:t>x</a:t>
            </a:r>
            <a:r>
              <a:rPr sz="1744" b="1" baseline="25089" dirty="0">
                <a:latin typeface="Trebuchet MS"/>
                <a:cs typeface="Trebuchet MS"/>
              </a:rPr>
              <a:t>(n)</a:t>
            </a:r>
            <a:r>
              <a:rPr sz="1744" b="1" spc="208" baseline="25089" dirty="0">
                <a:latin typeface="Trebuchet MS"/>
                <a:cs typeface="Trebuchet MS"/>
              </a:rPr>
              <a:t> </a:t>
            </a:r>
            <a:r>
              <a:rPr sz="1763" b="1" dirty="0">
                <a:latin typeface="Trebuchet MS"/>
                <a:cs typeface="Trebuchet MS"/>
              </a:rPr>
              <a:t>~</a:t>
            </a:r>
            <a:r>
              <a:rPr sz="1763" b="1" spc="-49" dirty="0">
                <a:latin typeface="Trebuchet MS"/>
                <a:cs typeface="Trebuchet MS"/>
              </a:rPr>
              <a:t> </a:t>
            </a:r>
            <a:r>
              <a:rPr sz="1763" b="1" spc="-8" dirty="0">
                <a:latin typeface="Trebuchet MS"/>
                <a:cs typeface="Trebuchet MS"/>
              </a:rPr>
              <a:t>p</a:t>
            </a:r>
            <a:r>
              <a:rPr sz="1744" b="1" spc="-11" baseline="-17921" dirty="0">
                <a:latin typeface="Trebuchet MS"/>
                <a:cs typeface="Trebuchet MS"/>
              </a:rPr>
              <a:t>data</a:t>
            </a:r>
            <a:r>
              <a:rPr sz="1763" b="1" spc="-8" dirty="0">
                <a:latin typeface="Trebuchet MS"/>
                <a:cs typeface="Trebuchet MS"/>
              </a:rPr>
              <a:t>(x)</a:t>
            </a:r>
            <a:endParaRPr sz="1763" dirty="0">
              <a:latin typeface="Trebuchet MS"/>
              <a:cs typeface="Trebuchet MS"/>
            </a:endParaRPr>
          </a:p>
          <a:p>
            <a:pPr marL="199073" marR="408146" indent="-170497">
              <a:lnSpc>
                <a:spcPct val="100800"/>
              </a:lnSpc>
              <a:spcBef>
                <a:spcPts val="784"/>
              </a:spcBef>
              <a:buSzPct val="102127"/>
              <a:buFont typeface="Arial"/>
              <a:buChar char="•"/>
              <a:tabLst>
                <a:tab pos="200025" algn="l"/>
              </a:tabLst>
            </a:pPr>
            <a:r>
              <a:rPr sz="2644" b="1" spc="140" baseline="1182" dirty="0">
                <a:latin typeface="Trebuchet MS"/>
                <a:cs typeface="Trebuchet MS"/>
              </a:rPr>
              <a:t>Suppose</a:t>
            </a:r>
            <a:r>
              <a:rPr sz="2644" b="1" spc="-67" baseline="1182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spc="34" dirty="0">
                <a:latin typeface="Trebuchet MS"/>
                <a:cs typeface="Trebuchet MS"/>
              </a:rPr>
              <a:t>samples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-34" dirty="0">
                <a:latin typeface="Trebuchet MS"/>
                <a:cs typeface="Trebuchet MS"/>
              </a:rPr>
              <a:t>take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on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values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in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spc="-38" dirty="0">
                <a:latin typeface="Trebuchet MS"/>
                <a:cs typeface="Trebuchet MS"/>
              </a:rPr>
              <a:t>a 	</a:t>
            </a:r>
            <a:r>
              <a:rPr spc="-64" dirty="0">
                <a:latin typeface="Trebuchet MS"/>
                <a:cs typeface="Trebuchet MS"/>
              </a:rPr>
              <a:t>finite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set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spc="-101" dirty="0">
                <a:latin typeface="Trebuchet MS"/>
                <a:cs typeface="Trebuchet MS"/>
              </a:rPr>
              <a:t>{1,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146" dirty="0">
                <a:latin typeface="Trebuchet MS"/>
                <a:cs typeface="Trebuchet MS"/>
              </a:rPr>
              <a:t>…,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k}</a:t>
            </a:r>
            <a:endParaRPr dirty="0">
              <a:latin typeface="Trebuchet MS"/>
              <a:cs typeface="Trebuchet MS"/>
            </a:endParaRPr>
          </a:p>
          <a:p>
            <a:pPr marL="199073" indent="-170497">
              <a:spcBef>
                <a:spcPts val="758"/>
              </a:spcBef>
              <a:buFont typeface="Arial"/>
              <a:buChar char="•"/>
              <a:tabLst>
                <a:tab pos="199073" algn="l"/>
              </a:tabLst>
            </a:pPr>
            <a:r>
              <a:rPr dirty="0">
                <a:latin typeface="Trebuchet MS"/>
                <a:cs typeface="Trebuchet MS"/>
              </a:rPr>
              <a:t>The</a:t>
            </a:r>
            <a:r>
              <a:rPr spc="-90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model:</a:t>
            </a:r>
            <a:r>
              <a:rPr spc="-9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</a:t>
            </a:r>
            <a:r>
              <a:rPr spc="-90" dirty="0">
                <a:latin typeface="Trebuchet MS"/>
                <a:cs typeface="Trebuchet MS"/>
              </a:rPr>
              <a:t> </a:t>
            </a:r>
            <a:r>
              <a:rPr sz="2644" b="1" spc="73" baseline="1182" dirty="0">
                <a:latin typeface="Trebuchet MS"/>
                <a:cs typeface="Trebuchet MS"/>
              </a:rPr>
              <a:t>histogram</a:t>
            </a:r>
            <a:endParaRPr sz="2644" baseline="1182" dirty="0">
              <a:latin typeface="Trebuchet MS"/>
              <a:cs typeface="Trebuchet MS"/>
            </a:endParaRPr>
          </a:p>
          <a:p>
            <a:pPr marL="541973" marR="22860" lvl="1" indent="-170497">
              <a:lnSpc>
                <a:spcPct val="100800"/>
              </a:lnSpc>
              <a:spcBef>
                <a:spcPts val="307"/>
              </a:spcBef>
              <a:buFont typeface="Carlito"/>
              <a:buChar char="–"/>
              <a:tabLst>
                <a:tab pos="542925" algn="l"/>
              </a:tabLst>
            </a:pPr>
            <a:r>
              <a:rPr spc="-34" dirty="0">
                <a:latin typeface="Trebuchet MS"/>
                <a:cs typeface="Trebuchet MS"/>
              </a:rPr>
              <a:t>(Redundantly)</a:t>
            </a:r>
            <a:r>
              <a:rPr spc="-86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described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by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k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nonnegative 	</a:t>
            </a:r>
            <a:r>
              <a:rPr dirty="0">
                <a:latin typeface="Trebuchet MS"/>
                <a:cs typeface="Trebuchet MS"/>
              </a:rPr>
              <a:t>numbers: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-30" dirty="0">
                <a:latin typeface="Trebuchet MS"/>
                <a:cs typeface="Trebuchet MS"/>
              </a:rPr>
              <a:t>p</a:t>
            </a:r>
            <a:r>
              <a:rPr spc="-45" baseline="-17361" dirty="0">
                <a:latin typeface="Trebuchet MS"/>
                <a:cs typeface="Trebuchet MS"/>
              </a:rPr>
              <a:t>1</a:t>
            </a:r>
            <a:r>
              <a:rPr spc="-30" dirty="0">
                <a:latin typeface="Trebuchet MS"/>
                <a:cs typeface="Trebuchet MS"/>
              </a:rPr>
              <a:t>,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146" dirty="0">
                <a:latin typeface="Trebuchet MS"/>
                <a:cs typeface="Trebuchet MS"/>
              </a:rPr>
              <a:t>…,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p</a:t>
            </a:r>
            <a:r>
              <a:rPr spc="-28" baseline="-17361" dirty="0">
                <a:latin typeface="Trebuchet MS"/>
                <a:cs typeface="Trebuchet MS"/>
              </a:rPr>
              <a:t>k</a:t>
            </a:r>
            <a:endParaRPr baseline="-17361" dirty="0">
              <a:latin typeface="Trebuchet MS"/>
              <a:cs typeface="Trebuchet MS"/>
            </a:endParaRPr>
          </a:p>
          <a:p>
            <a:pPr marL="541973" marR="217170" lvl="1" indent="-170497">
              <a:lnSpc>
                <a:spcPts val="2558"/>
              </a:lnSpc>
              <a:spcBef>
                <a:spcPts val="131"/>
              </a:spcBef>
              <a:buFont typeface="Carlito"/>
              <a:buChar char="–"/>
              <a:tabLst>
                <a:tab pos="714375" algn="l"/>
              </a:tabLst>
            </a:pPr>
            <a:r>
              <a:rPr dirty="0">
                <a:latin typeface="Trebuchet MS"/>
                <a:cs typeface="Trebuchet MS"/>
              </a:rPr>
              <a:t>To</a:t>
            </a:r>
            <a:r>
              <a:rPr spc="-105" dirty="0">
                <a:latin typeface="Trebuchet MS"/>
                <a:cs typeface="Trebuchet MS"/>
              </a:rPr>
              <a:t> </a:t>
            </a:r>
            <a:r>
              <a:rPr spc="-75" dirty="0">
                <a:latin typeface="Trebuchet MS"/>
                <a:cs typeface="Trebuchet MS"/>
              </a:rPr>
              <a:t>train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this</a:t>
            </a:r>
            <a:r>
              <a:rPr spc="-86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model:</a:t>
            </a:r>
            <a:r>
              <a:rPr spc="-86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count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frequencies</a:t>
            </a:r>
            <a:r>
              <a:rPr spc="450" dirty="0">
                <a:latin typeface="Trebuchet MS"/>
                <a:cs typeface="Trebuchet MS"/>
              </a:rPr>
              <a:t> 	</a:t>
            </a:r>
            <a:r>
              <a:rPr dirty="0">
                <a:latin typeface="Trebuchet MS"/>
                <a:cs typeface="Trebuchet MS"/>
              </a:rPr>
              <a:t>p</a:t>
            </a:r>
            <a:r>
              <a:rPr baseline="-17361" dirty="0">
                <a:latin typeface="Trebuchet MS"/>
                <a:cs typeface="Trebuchet MS"/>
              </a:rPr>
              <a:t>i</a:t>
            </a:r>
            <a:r>
              <a:rPr spc="78" baseline="-17361" dirty="0">
                <a:latin typeface="Trebuchet MS"/>
                <a:cs typeface="Trebuchet MS"/>
              </a:rPr>
              <a:t> </a:t>
            </a:r>
            <a:r>
              <a:rPr spc="236" dirty="0">
                <a:latin typeface="Trebuchet MS"/>
                <a:cs typeface="Trebuchet MS"/>
              </a:rPr>
              <a:t>=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-38" dirty="0">
                <a:latin typeface="Trebuchet MS"/>
                <a:cs typeface="Trebuchet MS"/>
              </a:rPr>
              <a:t>(#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times</a:t>
            </a:r>
            <a:r>
              <a:rPr spc="-86" dirty="0">
                <a:latin typeface="Trebuchet MS"/>
                <a:cs typeface="Trebuchet MS"/>
              </a:rPr>
              <a:t> </a:t>
            </a:r>
            <a:r>
              <a:rPr spc="-124" dirty="0">
                <a:latin typeface="Trebuchet MS"/>
                <a:cs typeface="Trebuchet MS"/>
              </a:rPr>
              <a:t>i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appears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in</a:t>
            </a:r>
            <a:r>
              <a:rPr spc="-86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-34" dirty="0">
                <a:latin typeface="Trebuchet MS"/>
                <a:cs typeface="Trebuchet MS"/>
              </a:rPr>
              <a:t>dataset)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-495" dirty="0">
                <a:latin typeface="Trebuchet MS"/>
                <a:cs typeface="Trebuchet MS"/>
              </a:rPr>
              <a:t>/</a:t>
            </a:r>
            <a:endParaRPr dirty="0">
              <a:latin typeface="Trebuchet MS"/>
              <a:cs typeface="Trebuchet MS"/>
            </a:endParaRPr>
          </a:p>
          <a:p>
            <a:pPr marL="371475">
              <a:lnSpc>
                <a:spcPts val="2025"/>
              </a:lnSpc>
            </a:pPr>
            <a:r>
              <a:rPr spc="-38" dirty="0">
                <a:latin typeface="Trebuchet MS"/>
                <a:cs typeface="Trebuchet MS"/>
              </a:rPr>
              <a:t>(#</a:t>
            </a:r>
            <a:r>
              <a:rPr spc="-101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points</a:t>
            </a:r>
            <a:r>
              <a:rPr spc="-109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in</a:t>
            </a:r>
            <a:r>
              <a:rPr spc="-101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101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dataset)</a:t>
            </a:r>
            <a:endParaRPr dirty="0">
              <a:latin typeface="Trebuchet MS"/>
              <a:cs typeface="Trebuchet MS"/>
            </a:endParaRPr>
          </a:p>
          <a:p>
            <a:pPr>
              <a:spcBef>
                <a:spcPts val="233"/>
              </a:spcBef>
            </a:pPr>
            <a:endParaRPr dirty="0">
              <a:latin typeface="Trebuchet MS"/>
              <a:cs typeface="Trebuchet MS"/>
            </a:endParaRPr>
          </a:p>
          <a:p>
            <a:pPr marL="199073" marR="580549" indent="-170497">
              <a:lnSpc>
                <a:spcPct val="100800"/>
              </a:lnSpc>
              <a:buFont typeface="Arial"/>
              <a:buChar char="•"/>
              <a:tabLst>
                <a:tab pos="200025" algn="l"/>
              </a:tabLst>
            </a:pPr>
            <a:r>
              <a:rPr spc="124" dirty="0">
                <a:latin typeface="Trebuchet MS"/>
                <a:cs typeface="Trebuchet MS"/>
              </a:rPr>
              <a:t>How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53" dirty="0">
                <a:latin typeface="Trebuchet MS"/>
                <a:cs typeface="Trebuchet MS"/>
              </a:rPr>
              <a:t>can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75" dirty="0">
                <a:latin typeface="Trebuchet MS"/>
                <a:cs typeface="Trebuchet MS"/>
              </a:rPr>
              <a:t>we</a:t>
            </a:r>
            <a:r>
              <a:rPr spc="-38" dirty="0">
                <a:latin typeface="Trebuchet MS"/>
                <a:cs typeface="Trebuchet MS"/>
              </a:rPr>
              <a:t> </a:t>
            </a:r>
            <a:r>
              <a:rPr spc="56" dirty="0">
                <a:latin typeface="Trebuchet MS"/>
                <a:cs typeface="Trebuchet MS"/>
              </a:rPr>
              <a:t>compute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41" dirty="0">
                <a:latin typeface="Trebuchet MS"/>
                <a:cs typeface="Trebuchet MS"/>
              </a:rPr>
              <a:t>likelihoods</a:t>
            </a:r>
            <a:r>
              <a:rPr spc="-41" dirty="0">
                <a:latin typeface="Trebuchet MS"/>
                <a:cs typeface="Trebuchet MS"/>
              </a:rPr>
              <a:t> </a:t>
            </a:r>
            <a:r>
              <a:rPr spc="60" dirty="0">
                <a:latin typeface="Trebuchet MS"/>
                <a:cs typeface="Trebuchet MS"/>
              </a:rPr>
              <a:t>and 	</a:t>
            </a:r>
            <a:r>
              <a:rPr spc="75" dirty="0">
                <a:latin typeface="Trebuchet MS"/>
                <a:cs typeface="Trebuchet MS"/>
              </a:rPr>
              <a:t>sample</a:t>
            </a:r>
            <a:r>
              <a:rPr spc="8" dirty="0">
                <a:latin typeface="Trebuchet MS"/>
                <a:cs typeface="Trebuchet MS"/>
              </a:rPr>
              <a:t> </a:t>
            </a:r>
            <a:r>
              <a:rPr spc="56" dirty="0">
                <a:latin typeface="Trebuchet MS"/>
                <a:cs typeface="Trebuchet MS"/>
              </a:rPr>
              <a:t>from</a:t>
            </a:r>
            <a:r>
              <a:rPr spc="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this</a:t>
            </a:r>
            <a:r>
              <a:rPr spc="4" dirty="0">
                <a:latin typeface="Trebuchet MS"/>
                <a:cs typeface="Trebuchet MS"/>
              </a:rPr>
              <a:t> </a:t>
            </a:r>
            <a:r>
              <a:rPr spc="90" dirty="0">
                <a:latin typeface="Trebuchet MS"/>
                <a:cs typeface="Trebuchet MS"/>
              </a:rPr>
              <a:t>model?</a:t>
            </a:r>
            <a:endParaRPr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2081" y="1568195"/>
            <a:ext cx="3639311" cy="25831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>
          <a:xfrm>
            <a:off x="201293" y="154306"/>
            <a:ext cx="6324600" cy="857250"/>
          </a:xfrm>
        </p:spPr>
        <p:txBody>
          <a:bodyPr/>
          <a:lstStyle/>
          <a:p>
            <a:r>
              <a:rPr lang="en-IN" spc="53" dirty="0"/>
              <a:t>Inference</a:t>
            </a:r>
            <a:r>
              <a:rPr lang="en-IN" spc="-86" dirty="0"/>
              <a:t> </a:t>
            </a:r>
            <a:r>
              <a:rPr lang="en-IN" spc="105" dirty="0"/>
              <a:t>and</a:t>
            </a:r>
            <a:r>
              <a:rPr lang="en-IN" spc="-90" dirty="0"/>
              <a:t> </a:t>
            </a:r>
            <a:r>
              <a:rPr lang="en-IN" spc="94" dirty="0"/>
              <a:t>Sampling</a:t>
            </a:r>
            <a:endParaRPr lang="en-IN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4763" rIns="0" bIns="0" rtlCol="0" anchor="ctr" anchorCtr="0">
            <a:spAutoFit/>
          </a:bodyPr>
          <a:lstStyle/>
          <a:p>
            <a:pPr marL="84296">
              <a:spcBef>
                <a:spcPts val="38"/>
              </a:spcBef>
            </a:pPr>
            <a:fld id="{81D60167-4931-47E6-BA6A-407CBD079E47}" type="slidenum">
              <a:rPr spc="-19" dirty="0"/>
              <a:pPr marL="84296">
                <a:spcBef>
                  <a:spcPts val="38"/>
                </a:spcBef>
              </a:pPr>
              <a:t>7</a:t>
            </a:fld>
            <a:endParaRPr spc="-19" dirty="0"/>
          </a:p>
        </p:txBody>
      </p:sp>
      <p:sp>
        <p:nvSpPr>
          <p:cNvPr id="3" name="object 3"/>
          <p:cNvSpPr txBox="1"/>
          <p:nvPr/>
        </p:nvSpPr>
        <p:spPr>
          <a:xfrm>
            <a:off x="328190" y="1011556"/>
            <a:ext cx="8608219" cy="28103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28600" indent="-171450">
              <a:spcBef>
                <a:spcPts val="75"/>
              </a:spcBef>
              <a:buSzPct val="101960"/>
              <a:buFont typeface="Arial"/>
              <a:buChar char="•"/>
              <a:tabLst>
                <a:tab pos="228600" algn="l"/>
              </a:tabLst>
            </a:pPr>
            <a:r>
              <a:rPr sz="2869" b="1" baseline="1089" dirty="0">
                <a:latin typeface="Trebuchet MS"/>
                <a:cs typeface="Trebuchet MS"/>
              </a:rPr>
              <a:t>Inference</a:t>
            </a:r>
            <a:r>
              <a:rPr sz="2869" b="1" spc="-219" baseline="1089" dirty="0">
                <a:latin typeface="Trebuchet MS"/>
                <a:cs typeface="Trebuchet MS"/>
              </a:rPr>
              <a:t> </a:t>
            </a:r>
            <a:r>
              <a:rPr sz="1950" spc="-23" dirty="0">
                <a:latin typeface="Trebuchet MS"/>
                <a:cs typeface="Trebuchet MS"/>
              </a:rPr>
              <a:t>(querying</a:t>
            </a:r>
            <a:r>
              <a:rPr sz="1950" spc="-101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</a:t>
            </a:r>
            <a:r>
              <a:rPr sz="1913" baseline="-16339" dirty="0">
                <a:latin typeface="Trebuchet MS"/>
                <a:cs typeface="Trebuchet MS"/>
              </a:rPr>
              <a:t>i</a:t>
            </a:r>
            <a:r>
              <a:rPr sz="1913" spc="174" baseline="-16339" dirty="0">
                <a:latin typeface="Trebuchet MS"/>
                <a:cs typeface="Trebuchet MS"/>
              </a:rPr>
              <a:t> </a:t>
            </a:r>
            <a:r>
              <a:rPr sz="1950" spc="-34" dirty="0">
                <a:latin typeface="Trebuchet MS"/>
                <a:cs typeface="Trebuchet MS"/>
              </a:rPr>
              <a:t>for</a:t>
            </a:r>
            <a:r>
              <a:rPr sz="1950" spc="-94" dirty="0">
                <a:latin typeface="Trebuchet MS"/>
                <a:cs typeface="Trebuchet MS"/>
              </a:rPr>
              <a:t> </a:t>
            </a:r>
            <a:r>
              <a:rPr sz="1950" spc="-79" dirty="0">
                <a:latin typeface="Trebuchet MS"/>
                <a:cs typeface="Trebuchet MS"/>
              </a:rPr>
              <a:t>arbitrary</a:t>
            </a:r>
            <a:r>
              <a:rPr sz="1950" spc="-71" dirty="0">
                <a:latin typeface="Trebuchet MS"/>
                <a:cs typeface="Trebuchet MS"/>
              </a:rPr>
              <a:t> </a:t>
            </a:r>
            <a:r>
              <a:rPr sz="1950" spc="-161" dirty="0">
                <a:latin typeface="Trebuchet MS"/>
                <a:cs typeface="Trebuchet MS"/>
              </a:rPr>
              <a:t>i):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simply</a:t>
            </a:r>
            <a:r>
              <a:rPr sz="1950" spc="-9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lookup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38" dirty="0">
                <a:latin typeface="Trebuchet MS"/>
                <a:cs typeface="Trebuchet MS"/>
              </a:rPr>
              <a:t>into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56" dirty="0">
                <a:latin typeface="Trebuchet MS"/>
                <a:cs typeface="Trebuchet MS"/>
              </a:rPr>
              <a:t>array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15" dirty="0">
                <a:latin typeface="Trebuchet MS"/>
                <a:cs typeface="Trebuchet MS"/>
              </a:rPr>
              <a:t>p</a:t>
            </a:r>
            <a:r>
              <a:rPr sz="1913" spc="-23" baseline="-16339" dirty="0">
                <a:latin typeface="Trebuchet MS"/>
                <a:cs typeface="Trebuchet MS"/>
              </a:rPr>
              <a:t>1</a:t>
            </a:r>
            <a:r>
              <a:rPr sz="1950" spc="-15" dirty="0">
                <a:latin typeface="Trebuchet MS"/>
                <a:cs typeface="Trebuchet MS"/>
              </a:rPr>
              <a:t>,</a:t>
            </a:r>
            <a:r>
              <a:rPr sz="1950" spc="-94" dirty="0">
                <a:latin typeface="Trebuchet MS"/>
                <a:cs typeface="Trebuchet MS"/>
              </a:rPr>
              <a:t> </a:t>
            </a:r>
            <a:r>
              <a:rPr sz="1950" spc="169" dirty="0">
                <a:latin typeface="Trebuchet MS"/>
                <a:cs typeface="Trebuchet MS"/>
              </a:rPr>
              <a:t>…,</a:t>
            </a:r>
            <a:r>
              <a:rPr sz="1950" spc="-94" dirty="0">
                <a:latin typeface="Trebuchet MS"/>
                <a:cs typeface="Trebuchet MS"/>
              </a:rPr>
              <a:t> </a:t>
            </a:r>
            <a:r>
              <a:rPr sz="1950" spc="-19" dirty="0">
                <a:latin typeface="Trebuchet MS"/>
                <a:cs typeface="Trebuchet MS"/>
              </a:rPr>
              <a:t>p</a:t>
            </a:r>
            <a:r>
              <a:rPr sz="1913" spc="-28" baseline="-16339" dirty="0">
                <a:latin typeface="Trebuchet MS"/>
                <a:cs typeface="Trebuchet MS"/>
              </a:rPr>
              <a:t>k</a:t>
            </a:r>
            <a:endParaRPr sz="1913" baseline="-16339" dirty="0">
              <a:latin typeface="Trebuchet MS"/>
              <a:cs typeface="Trebuchet MS"/>
            </a:endParaRPr>
          </a:p>
          <a:p>
            <a:pPr>
              <a:spcBef>
                <a:spcPts val="1624"/>
              </a:spcBef>
              <a:buFont typeface="Arial"/>
              <a:buChar char="•"/>
            </a:pPr>
            <a:endParaRPr sz="1950" dirty="0">
              <a:latin typeface="Trebuchet MS"/>
              <a:cs typeface="Trebuchet MS"/>
            </a:endParaRPr>
          </a:p>
          <a:p>
            <a:pPr marL="228600" indent="-171450">
              <a:buSzPct val="101960"/>
              <a:buFont typeface="Arial"/>
              <a:buChar char="•"/>
              <a:tabLst>
                <a:tab pos="228600" algn="l"/>
              </a:tabLst>
            </a:pPr>
            <a:r>
              <a:rPr sz="2869" b="1" spc="157" baseline="1089" dirty="0">
                <a:latin typeface="Trebuchet MS"/>
                <a:cs typeface="Trebuchet MS"/>
              </a:rPr>
              <a:t>Sampling</a:t>
            </a:r>
            <a:r>
              <a:rPr sz="2869" b="1" spc="-101" baseline="1089" dirty="0">
                <a:latin typeface="Trebuchet MS"/>
                <a:cs typeface="Trebuchet MS"/>
              </a:rPr>
              <a:t> </a:t>
            </a:r>
            <a:r>
              <a:rPr sz="1950" spc="-26" dirty="0">
                <a:latin typeface="Trebuchet MS"/>
                <a:cs typeface="Trebuchet MS"/>
              </a:rPr>
              <a:t>(lookup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38" dirty="0">
                <a:latin typeface="Trebuchet MS"/>
                <a:cs typeface="Trebuchet MS"/>
              </a:rPr>
              <a:t>into</a:t>
            </a:r>
            <a:r>
              <a:rPr sz="1950" spc="-7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inverse</a:t>
            </a:r>
            <a:r>
              <a:rPr sz="1950" spc="-79" dirty="0">
                <a:latin typeface="Trebuchet MS"/>
                <a:cs typeface="Trebuchet MS"/>
              </a:rPr>
              <a:t> </a:t>
            </a:r>
            <a:r>
              <a:rPr sz="1950" spc="-23" dirty="0">
                <a:latin typeface="Trebuchet MS"/>
                <a:cs typeface="Trebuchet MS"/>
              </a:rPr>
              <a:t>cumulative</a:t>
            </a:r>
            <a:r>
              <a:rPr sz="1950" spc="-75" dirty="0">
                <a:latin typeface="Trebuchet MS"/>
                <a:cs typeface="Trebuchet MS"/>
              </a:rPr>
              <a:t> </a:t>
            </a:r>
            <a:r>
              <a:rPr sz="1950" spc="-41" dirty="0">
                <a:latin typeface="Trebuchet MS"/>
                <a:cs typeface="Trebuchet MS"/>
              </a:rPr>
              <a:t>distribution</a:t>
            </a:r>
            <a:r>
              <a:rPr sz="1950" spc="-79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function)</a:t>
            </a:r>
            <a:endParaRPr sz="1950" dirty="0">
              <a:latin typeface="Trebuchet MS"/>
              <a:cs typeface="Trebuchet MS"/>
            </a:endParaRPr>
          </a:p>
          <a:p>
            <a:pPr marL="785813" marR="807244" lvl="1" indent="-385763">
              <a:lnSpc>
                <a:spcPts val="2325"/>
              </a:lnSpc>
              <a:spcBef>
                <a:spcPts val="450"/>
              </a:spcBef>
              <a:buAutoNum type="arabicPeriod"/>
              <a:tabLst>
                <a:tab pos="785813" algn="l"/>
              </a:tabLst>
            </a:pPr>
            <a:r>
              <a:rPr sz="1950" dirty="0">
                <a:latin typeface="Trebuchet MS"/>
                <a:cs typeface="Trebuchet MS"/>
              </a:rPr>
              <a:t>From</a:t>
            </a:r>
            <a:r>
              <a:rPr sz="1950" spc="-71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model</a:t>
            </a:r>
            <a:r>
              <a:rPr sz="1950" spc="-68" dirty="0">
                <a:latin typeface="Trebuchet MS"/>
                <a:cs typeface="Trebuchet MS"/>
              </a:rPr>
              <a:t> </a:t>
            </a:r>
            <a:r>
              <a:rPr sz="1950" spc="-45" dirty="0">
                <a:latin typeface="Trebuchet MS"/>
                <a:cs typeface="Trebuchet MS"/>
              </a:rPr>
              <a:t>probabilities</a:t>
            </a:r>
            <a:r>
              <a:rPr sz="1950" spc="-68" dirty="0">
                <a:latin typeface="Trebuchet MS"/>
                <a:cs typeface="Trebuchet MS"/>
              </a:rPr>
              <a:t> </a:t>
            </a:r>
            <a:r>
              <a:rPr sz="1950" spc="-15" dirty="0">
                <a:latin typeface="Trebuchet MS"/>
                <a:cs typeface="Trebuchet MS"/>
              </a:rPr>
              <a:t>p</a:t>
            </a:r>
            <a:r>
              <a:rPr sz="1913" spc="-23" baseline="-16339" dirty="0">
                <a:latin typeface="Trebuchet MS"/>
                <a:cs typeface="Trebuchet MS"/>
              </a:rPr>
              <a:t>1</a:t>
            </a:r>
            <a:r>
              <a:rPr sz="1950" spc="-15" dirty="0">
                <a:latin typeface="Trebuchet MS"/>
                <a:cs typeface="Trebuchet MS"/>
              </a:rPr>
              <a:t>,</a:t>
            </a:r>
            <a:r>
              <a:rPr sz="1950" spc="-68" dirty="0">
                <a:latin typeface="Trebuchet MS"/>
                <a:cs typeface="Trebuchet MS"/>
              </a:rPr>
              <a:t> </a:t>
            </a:r>
            <a:r>
              <a:rPr sz="1950" spc="169" dirty="0">
                <a:latin typeface="Trebuchet MS"/>
                <a:cs typeface="Trebuchet MS"/>
              </a:rPr>
              <a:t>…,</a:t>
            </a:r>
            <a:r>
              <a:rPr sz="1950" spc="-68" dirty="0">
                <a:latin typeface="Trebuchet MS"/>
                <a:cs typeface="Trebuchet MS"/>
              </a:rPr>
              <a:t> </a:t>
            </a:r>
            <a:r>
              <a:rPr sz="1950" spc="-41" dirty="0">
                <a:latin typeface="Trebuchet MS"/>
                <a:cs typeface="Trebuchet MS"/>
              </a:rPr>
              <a:t>p</a:t>
            </a:r>
            <a:r>
              <a:rPr sz="1913" spc="-62" baseline="-16339" dirty="0">
                <a:latin typeface="Trebuchet MS"/>
                <a:cs typeface="Trebuchet MS"/>
              </a:rPr>
              <a:t>k</a:t>
            </a:r>
            <a:r>
              <a:rPr sz="1950" spc="-41" dirty="0">
                <a:latin typeface="Trebuchet MS"/>
                <a:cs typeface="Trebuchet MS"/>
              </a:rPr>
              <a:t>,</a:t>
            </a:r>
            <a:r>
              <a:rPr sz="1950" spc="-68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compute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cumulative distribution</a:t>
            </a:r>
            <a:endParaRPr sz="1950" dirty="0">
              <a:latin typeface="Trebuchet MS"/>
              <a:cs typeface="Trebuchet MS"/>
            </a:endParaRPr>
          </a:p>
          <a:p>
            <a:pPr marL="1428750">
              <a:spcBef>
                <a:spcPts val="281"/>
              </a:spcBef>
              <a:tabLst>
                <a:tab pos="3399949" algn="l"/>
              </a:tabLst>
            </a:pPr>
            <a:r>
              <a:rPr sz="1950" dirty="0">
                <a:latin typeface="Trebuchet MS"/>
                <a:cs typeface="Trebuchet MS"/>
              </a:rPr>
              <a:t>F</a:t>
            </a:r>
            <a:r>
              <a:rPr sz="1913" baseline="-16339" dirty="0">
                <a:latin typeface="Trebuchet MS"/>
                <a:cs typeface="Trebuchet MS"/>
              </a:rPr>
              <a:t>i</a:t>
            </a:r>
            <a:r>
              <a:rPr sz="1913" spc="248" baseline="-16339" dirty="0">
                <a:latin typeface="Trebuchet MS"/>
                <a:cs typeface="Trebuchet MS"/>
              </a:rPr>
              <a:t> </a:t>
            </a:r>
            <a:r>
              <a:rPr sz="1950" spc="255" dirty="0">
                <a:latin typeface="Trebuchet MS"/>
                <a:cs typeface="Trebuchet MS"/>
              </a:rPr>
              <a:t>=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p</a:t>
            </a:r>
            <a:r>
              <a:rPr sz="1913" baseline="-16339" dirty="0">
                <a:latin typeface="Trebuchet MS"/>
                <a:cs typeface="Trebuchet MS"/>
              </a:rPr>
              <a:t>1</a:t>
            </a:r>
            <a:r>
              <a:rPr sz="1913" spc="264" baseline="-16339" dirty="0">
                <a:latin typeface="Trebuchet MS"/>
                <a:cs typeface="Trebuchet MS"/>
              </a:rPr>
              <a:t> </a:t>
            </a:r>
            <a:r>
              <a:rPr sz="1950" spc="255" dirty="0">
                <a:latin typeface="Trebuchet MS"/>
                <a:cs typeface="Trebuchet MS"/>
              </a:rPr>
              <a:t>+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spc="-293" dirty="0">
                <a:latin typeface="DejaVu Sans"/>
                <a:cs typeface="DejaVu Sans"/>
              </a:rPr>
              <a:t>⋯</a:t>
            </a:r>
            <a:r>
              <a:rPr sz="1950" spc="-75" dirty="0">
                <a:latin typeface="DejaVu Sans"/>
                <a:cs typeface="DejaVu Sans"/>
              </a:rPr>
              <a:t> </a:t>
            </a:r>
            <a:r>
              <a:rPr sz="1950" spc="255" dirty="0">
                <a:latin typeface="Trebuchet MS"/>
                <a:cs typeface="Trebuchet MS"/>
              </a:rPr>
              <a:t>+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19" dirty="0">
                <a:latin typeface="Trebuchet MS"/>
                <a:cs typeface="Trebuchet MS"/>
              </a:rPr>
              <a:t>p</a:t>
            </a:r>
            <a:r>
              <a:rPr sz="1913" spc="-28" baseline="-16339" dirty="0">
                <a:latin typeface="Trebuchet MS"/>
                <a:cs typeface="Trebuchet MS"/>
              </a:rPr>
              <a:t>i</a:t>
            </a:r>
            <a:r>
              <a:rPr sz="1913" baseline="-16339" dirty="0">
                <a:latin typeface="Trebuchet MS"/>
                <a:cs typeface="Trebuchet MS"/>
              </a:rPr>
              <a:t>	</a:t>
            </a:r>
            <a:r>
              <a:rPr sz="1950" spc="-34" dirty="0">
                <a:latin typeface="Trebuchet MS"/>
                <a:cs typeface="Trebuchet MS"/>
              </a:rPr>
              <a:t>for</a:t>
            </a:r>
            <a:r>
              <a:rPr sz="1950" spc="-71" dirty="0">
                <a:latin typeface="Trebuchet MS"/>
                <a:cs typeface="Trebuchet MS"/>
              </a:rPr>
              <a:t> </a:t>
            </a:r>
            <a:r>
              <a:rPr sz="1950" spc="-120" dirty="0">
                <a:latin typeface="Trebuchet MS"/>
                <a:cs typeface="Trebuchet MS"/>
              </a:rPr>
              <a:t>all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spc="-127" dirty="0">
                <a:latin typeface="Trebuchet MS"/>
                <a:cs typeface="Trebuchet MS"/>
              </a:rPr>
              <a:t>i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495" dirty="0">
                <a:latin typeface="DejaVu Sans"/>
                <a:cs typeface="DejaVu Sans"/>
              </a:rPr>
              <a:t>∈</a:t>
            </a:r>
            <a:r>
              <a:rPr sz="1950" spc="-75" dirty="0">
                <a:latin typeface="DejaVu Sans"/>
                <a:cs typeface="DejaVu Sans"/>
              </a:rPr>
              <a:t> </a:t>
            </a:r>
            <a:r>
              <a:rPr sz="1950" spc="-90" dirty="0">
                <a:latin typeface="Trebuchet MS"/>
                <a:cs typeface="Trebuchet MS"/>
              </a:rPr>
              <a:t>{1,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spc="169" dirty="0">
                <a:latin typeface="Trebuchet MS"/>
                <a:cs typeface="Trebuchet MS"/>
              </a:rPr>
              <a:t>…,</a:t>
            </a:r>
            <a:r>
              <a:rPr sz="1950" spc="-53" dirty="0">
                <a:latin typeface="Trebuchet MS"/>
                <a:cs typeface="Trebuchet MS"/>
              </a:rPr>
              <a:t> </a:t>
            </a:r>
            <a:r>
              <a:rPr sz="1950" spc="-19" dirty="0">
                <a:latin typeface="Trebuchet MS"/>
                <a:cs typeface="Trebuchet MS"/>
              </a:rPr>
              <a:t>k}</a:t>
            </a:r>
            <a:endParaRPr sz="1950" dirty="0">
              <a:latin typeface="Trebuchet MS"/>
              <a:cs typeface="Trebuchet MS"/>
            </a:endParaRPr>
          </a:p>
          <a:p>
            <a:pPr marL="785336" lvl="1" indent="-385286">
              <a:spcBef>
                <a:spcPts val="431"/>
              </a:spcBef>
              <a:buAutoNum type="arabicPeriod" startAt="2"/>
              <a:tabLst>
                <a:tab pos="785336" algn="l"/>
              </a:tabLst>
            </a:pPr>
            <a:r>
              <a:rPr sz="1950" spc="45" dirty="0">
                <a:latin typeface="Trebuchet MS"/>
                <a:cs typeface="Trebuchet MS"/>
              </a:rPr>
              <a:t>Draw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15" dirty="0">
                <a:latin typeface="Trebuchet MS"/>
                <a:cs typeface="Trebuchet MS"/>
              </a:rPr>
              <a:t>uniform</a:t>
            </a:r>
            <a:r>
              <a:rPr sz="1950" spc="-56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random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number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u</a:t>
            </a:r>
            <a:r>
              <a:rPr sz="1950" spc="-56" dirty="0">
                <a:latin typeface="Trebuchet MS"/>
                <a:cs typeface="Trebuchet MS"/>
              </a:rPr>
              <a:t> </a:t>
            </a:r>
            <a:r>
              <a:rPr sz="1950" spc="255" dirty="0">
                <a:latin typeface="Trebuchet MS"/>
                <a:cs typeface="Trebuchet MS"/>
              </a:rPr>
              <a:t>~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90" dirty="0">
                <a:latin typeface="Trebuchet MS"/>
                <a:cs typeface="Trebuchet MS"/>
              </a:rPr>
              <a:t>[0,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19" dirty="0">
                <a:latin typeface="Trebuchet MS"/>
                <a:cs typeface="Trebuchet MS"/>
              </a:rPr>
              <a:t>1]</a:t>
            </a:r>
            <a:endParaRPr sz="1950" dirty="0">
              <a:latin typeface="Trebuchet MS"/>
              <a:cs typeface="Trebuchet MS"/>
            </a:endParaRPr>
          </a:p>
          <a:p>
            <a:pPr marL="785336" lvl="1" indent="-385286">
              <a:spcBef>
                <a:spcPts val="360"/>
              </a:spcBef>
              <a:buAutoNum type="arabicPeriod" startAt="2"/>
              <a:tabLst>
                <a:tab pos="785336" algn="l"/>
              </a:tabLst>
            </a:pPr>
            <a:r>
              <a:rPr sz="1950" dirty="0">
                <a:latin typeface="Trebuchet MS"/>
                <a:cs typeface="Trebuchet MS"/>
              </a:rPr>
              <a:t>Return</a:t>
            </a:r>
            <a:r>
              <a:rPr sz="1950" spc="-68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smallest</a:t>
            </a:r>
            <a:r>
              <a:rPr sz="1950" spc="-56" dirty="0">
                <a:latin typeface="Trebuchet MS"/>
                <a:cs typeface="Trebuchet MS"/>
              </a:rPr>
              <a:t> </a:t>
            </a:r>
            <a:r>
              <a:rPr sz="1950" spc="-127" dirty="0">
                <a:latin typeface="Trebuchet MS"/>
                <a:cs typeface="Trebuchet MS"/>
              </a:rPr>
              <a:t>i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49" dirty="0">
                <a:latin typeface="Trebuchet MS"/>
                <a:cs typeface="Trebuchet MS"/>
              </a:rPr>
              <a:t>such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spc="-71" dirty="0">
                <a:latin typeface="Trebuchet MS"/>
                <a:cs typeface="Trebuchet MS"/>
              </a:rPr>
              <a:t>that</a:t>
            </a:r>
            <a:r>
              <a:rPr sz="1950" spc="-56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u</a:t>
            </a:r>
            <a:r>
              <a:rPr sz="1950" spc="-53" dirty="0">
                <a:latin typeface="Trebuchet MS"/>
                <a:cs typeface="Trebuchet MS"/>
              </a:rPr>
              <a:t> </a:t>
            </a:r>
            <a:r>
              <a:rPr sz="1950" spc="-184" dirty="0">
                <a:latin typeface="DejaVu Sans"/>
                <a:cs typeface="DejaVu Sans"/>
              </a:rPr>
              <a:t>≤</a:t>
            </a:r>
            <a:r>
              <a:rPr sz="1950" spc="-75" dirty="0">
                <a:latin typeface="DejaVu Sans"/>
                <a:cs typeface="DejaVu Sans"/>
              </a:rPr>
              <a:t> </a:t>
            </a:r>
            <a:r>
              <a:rPr sz="1950" spc="-19" dirty="0">
                <a:latin typeface="Trebuchet MS"/>
                <a:cs typeface="Trebuchet MS"/>
              </a:rPr>
              <a:t>F</a:t>
            </a:r>
            <a:r>
              <a:rPr sz="1913" spc="-28" baseline="-16339" dirty="0">
                <a:latin typeface="Trebuchet MS"/>
                <a:cs typeface="Trebuchet MS"/>
              </a:rPr>
              <a:t>i</a:t>
            </a:r>
            <a:endParaRPr sz="1913" baseline="-16339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5815" y="4559711"/>
            <a:ext cx="1801654" cy="30392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975" indent="-171450">
              <a:spcBef>
                <a:spcPts val="75"/>
              </a:spcBef>
              <a:buSzPct val="101960"/>
              <a:buFont typeface="Arial"/>
              <a:buChar char="•"/>
              <a:tabLst>
                <a:tab pos="180975" algn="l"/>
              </a:tabLst>
            </a:pPr>
            <a:r>
              <a:rPr sz="2869" b="1" baseline="1089" dirty="0">
                <a:latin typeface="Trebuchet MS"/>
                <a:cs typeface="Trebuchet MS"/>
              </a:rPr>
              <a:t>Are</a:t>
            </a:r>
            <a:r>
              <a:rPr sz="2869" b="1" spc="28" baseline="1089" dirty="0">
                <a:latin typeface="Trebuchet MS"/>
                <a:cs typeface="Trebuchet MS"/>
              </a:rPr>
              <a:t> </a:t>
            </a:r>
            <a:r>
              <a:rPr sz="2869" b="1" spc="67" baseline="1089" dirty="0">
                <a:latin typeface="Trebuchet MS"/>
                <a:cs typeface="Trebuchet MS"/>
              </a:rPr>
              <a:t>we</a:t>
            </a:r>
            <a:r>
              <a:rPr sz="2869" b="1" spc="28" baseline="1089" dirty="0">
                <a:latin typeface="Trebuchet MS"/>
                <a:cs typeface="Trebuchet MS"/>
              </a:rPr>
              <a:t> </a:t>
            </a:r>
            <a:r>
              <a:rPr sz="2869" b="1" spc="90" baseline="1089" dirty="0">
                <a:latin typeface="Trebuchet MS"/>
                <a:cs typeface="Trebuchet MS"/>
              </a:rPr>
              <a:t>done?</a:t>
            </a:r>
            <a:endParaRPr sz="2869" baseline="1089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A05BDF8-100D-DE65-11F9-E87C20340E99}"/>
                  </a:ext>
                </a:extLst>
              </p14:cNvPr>
              <p14:cNvContentPartPr/>
              <p14:nvPr/>
            </p14:nvContentPartPr>
            <p14:xfrm>
              <a:off x="5065560" y="1996560"/>
              <a:ext cx="3852360" cy="3025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A05BDF8-100D-DE65-11F9-E87C20340E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56200" y="1987200"/>
                <a:ext cx="3871080" cy="304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EDD7E-3C7D-8DD1-1182-B7C78F34F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pc="53" dirty="0"/>
              <a:t>Inference</a:t>
            </a:r>
            <a:r>
              <a:rPr lang="en-IN" spc="-86" dirty="0"/>
              <a:t> </a:t>
            </a:r>
            <a:r>
              <a:rPr lang="en-IN" spc="105" dirty="0"/>
              <a:t>and</a:t>
            </a:r>
            <a:r>
              <a:rPr lang="en-IN" spc="-90" dirty="0"/>
              <a:t> </a:t>
            </a:r>
            <a:r>
              <a:rPr lang="en-IN" spc="94" dirty="0"/>
              <a:t>Sampling</a:t>
            </a:r>
            <a:br>
              <a:rPr lang="en-IN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E60C4-BA67-29A4-B3F2-1FFD5E395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19150"/>
            <a:ext cx="3810819" cy="23755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C98F3D-D452-20EC-FD02-CDEC54D4660C}"/>
              </a:ext>
            </a:extLst>
          </p:cNvPr>
          <p:cNvSpPr txBox="1"/>
          <p:nvPr/>
        </p:nvSpPr>
        <p:spPr>
          <a:xfrm>
            <a:off x="4075945" y="66467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Inference means: given a value, what is its probability under the model</a:t>
            </a:r>
            <a:endParaRPr lang="en-GB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2EB62F-4F20-1E29-1E96-41E2DA0C1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105150"/>
            <a:ext cx="4934639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229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A95FD-E0AA-5F0B-E69D-FDABF9CF7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0B17-685F-FB4B-0CF8-77B798FF4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pc="53" dirty="0"/>
              <a:t>Generate Data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2A8F2E-87FF-3C7F-2FC9-C45302CEF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71550"/>
            <a:ext cx="3862799" cy="33074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3A4B1C-4778-200C-DB3C-1CE3BA556C9E}"/>
              </a:ext>
            </a:extLst>
          </p:cNvPr>
          <p:cNvSpPr txBox="1"/>
          <p:nvPr/>
        </p:nvSpPr>
        <p:spPr>
          <a:xfrm>
            <a:off x="3581400" y="740717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i="1" dirty="0"/>
              <a:t>Now we generate a random number uniformly between 0 and 1.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DF1587-603C-1076-D3DF-2D08A4C02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265" y="971550"/>
            <a:ext cx="2900114" cy="39058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E64CFA2-18C0-40F3-9862-AB1F8F0F1535}"/>
                  </a:ext>
                </a:extLst>
              </p14:cNvPr>
              <p14:cNvContentPartPr/>
              <p14:nvPr/>
            </p14:nvContentPartPr>
            <p14:xfrm>
              <a:off x="200160" y="129600"/>
              <a:ext cx="8945280" cy="4687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E64CFA2-18C0-40F3-9862-AB1F8F0F15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0800" y="120240"/>
                <a:ext cx="8964000" cy="470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8166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E8908-BC72-7C82-939D-C8A1BD26E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</a:t>
            </a:r>
            <a:r>
              <a:rPr lang="en-GB" dirty="0" err="1"/>
              <a:t>Impt</a:t>
            </a:r>
            <a:r>
              <a:rPr lang="en-GB" dirty="0"/>
              <a:t>.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2906B-5674-D5D7-DD89-5A2A9677C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/>
              <a:t>Stratified Sampling</a:t>
            </a:r>
          </a:p>
          <a:p>
            <a:r>
              <a:rPr lang="en-GB" sz="1200" dirty="0"/>
              <a:t>Law of Large Numbers – More data  == More truth. If you do experiment many times, avg. of results will take you closer to true probability.</a:t>
            </a:r>
          </a:p>
          <a:p>
            <a:r>
              <a:rPr lang="en-GB" sz="1200" dirty="0"/>
              <a:t>CLT (Central Limit Theorem): N – samples of data and each sample say have m points.. </a:t>
            </a:r>
            <a:r>
              <a:rPr lang="en-GB" sz="1200" dirty="0" err="1"/>
              <a:t>Avg</a:t>
            </a:r>
            <a:r>
              <a:rPr lang="en-GB" sz="1200" dirty="0"/>
              <a:t> of each sampled data (m points), distribution of avg. == Normal distribution.</a:t>
            </a:r>
          </a:p>
          <a:p>
            <a:pPr lvl="1"/>
            <a:r>
              <a:rPr lang="en-GB" sz="1200" dirty="0"/>
              <a:t>Weights – NN start with random weights. Xavier or he initialization </a:t>
            </a:r>
          </a:p>
          <a:p>
            <a:pPr lvl="1"/>
            <a:r>
              <a:rPr lang="en-GB" sz="1200" dirty="0"/>
              <a:t>SGD – random mini batch </a:t>
            </a:r>
          </a:p>
          <a:p>
            <a:pPr lvl="1"/>
            <a:r>
              <a:rPr lang="en-GB" sz="1200" dirty="0"/>
              <a:t>Ensemble methods: confidence interval for predictions in Bagging</a:t>
            </a:r>
          </a:p>
          <a:p>
            <a:r>
              <a:rPr lang="en-GB" sz="1200" dirty="0"/>
              <a:t>Hughes Law – </a:t>
            </a:r>
          </a:p>
          <a:p>
            <a:pPr lvl="1"/>
            <a:r>
              <a:rPr lang="en-GB" sz="1200" dirty="0"/>
              <a:t>No of rows/data points</a:t>
            </a:r>
          </a:p>
          <a:p>
            <a:pPr lvl="1"/>
            <a:r>
              <a:rPr lang="en-GB" sz="1200" dirty="0"/>
              <a:t>No of features/columns/dimensions</a:t>
            </a:r>
          </a:p>
          <a:p>
            <a:pPr lvl="1"/>
            <a:r>
              <a:rPr lang="en-GB" sz="1200" dirty="0"/>
              <a:t>Too many features , too little data </a:t>
            </a:r>
            <a:r>
              <a:rPr lang="en-GB" sz="1200" dirty="0">
                <a:sym typeface="Wingdings" panose="05000000000000000000" pitchFamily="2" charset="2"/>
              </a:rPr>
              <a:t> overfitting</a:t>
            </a:r>
            <a:endParaRPr lang="en-GB" sz="1200" dirty="0"/>
          </a:p>
          <a:p>
            <a:pPr marL="508000" lvl="1" indent="0">
              <a:buNone/>
            </a:pPr>
            <a:endParaRPr lang="en-GB" sz="1200" dirty="0"/>
          </a:p>
          <a:p>
            <a:r>
              <a:rPr lang="en-GB" sz="1200" dirty="0"/>
              <a:t>A</a:t>
            </a:r>
          </a:p>
          <a:p>
            <a:pPr marL="25400" indent="0">
              <a:buNone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907086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Failure</a:t>
            </a:r>
            <a:r>
              <a:rPr lang="en-IN" spc="-86" dirty="0"/>
              <a:t> </a:t>
            </a:r>
            <a:r>
              <a:rPr lang="en-IN" spc="127" dirty="0"/>
              <a:t>in</a:t>
            </a:r>
            <a:r>
              <a:rPr lang="en-IN" spc="-90" dirty="0"/>
              <a:t> </a:t>
            </a:r>
            <a:r>
              <a:rPr lang="en-IN" spc="150" dirty="0"/>
              <a:t>high</a:t>
            </a:r>
            <a:r>
              <a:rPr lang="en-IN" spc="-86" dirty="0"/>
              <a:t> </a:t>
            </a:r>
            <a:r>
              <a:rPr lang="en-IN" spc="68" dirty="0"/>
              <a:t>dimensions</a:t>
            </a:r>
            <a:endParaRPr lang="en-IN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4763" rIns="0" bIns="0" rtlCol="0" anchor="ctr" anchorCtr="0">
            <a:spAutoFit/>
          </a:bodyPr>
          <a:lstStyle/>
          <a:p>
            <a:pPr marL="84296">
              <a:spcBef>
                <a:spcPts val="38"/>
              </a:spcBef>
            </a:pPr>
            <a:fld id="{81D60167-4931-47E6-BA6A-407CBD079E47}" type="slidenum">
              <a:rPr spc="-19" dirty="0"/>
              <a:pPr marL="84296">
                <a:spcBef>
                  <a:spcPts val="38"/>
                </a:spcBef>
              </a:pPr>
              <a:t>11</a:t>
            </a:fld>
            <a:endParaRPr spc="-19" dirty="0"/>
          </a:p>
        </p:txBody>
      </p:sp>
      <p:sp>
        <p:nvSpPr>
          <p:cNvPr id="3" name="object 3"/>
          <p:cNvSpPr txBox="1"/>
          <p:nvPr/>
        </p:nvSpPr>
        <p:spPr>
          <a:xfrm>
            <a:off x="366288" y="1011556"/>
            <a:ext cx="8503444" cy="2486161"/>
          </a:xfrm>
          <a:prstGeom prst="rect">
            <a:avLst/>
          </a:prstGeom>
        </p:spPr>
        <p:txBody>
          <a:bodyPr vert="horz" wrap="square" lIns="0" tIns="2381" rIns="0" bIns="0" rtlCol="0">
            <a:spAutoFit/>
          </a:bodyPr>
          <a:lstStyle/>
          <a:p>
            <a:pPr marL="190500" marR="13335" indent="-171450">
              <a:lnSpc>
                <a:spcPct val="102299"/>
              </a:lnSpc>
              <a:spcBef>
                <a:spcPts val="19"/>
              </a:spcBef>
              <a:buFont typeface="Arial"/>
              <a:buChar char="•"/>
              <a:tabLst>
                <a:tab pos="190500" algn="l"/>
              </a:tabLst>
            </a:pPr>
            <a:r>
              <a:rPr sz="1950" dirty="0">
                <a:latin typeface="Trebuchet MS"/>
                <a:cs typeface="Trebuchet MS"/>
              </a:rPr>
              <a:t>No, because</a:t>
            </a:r>
            <a:r>
              <a:rPr sz="1950" spc="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 </a:t>
            </a:r>
            <a:r>
              <a:rPr sz="2869" b="1" baseline="1089" dirty="0">
                <a:latin typeface="Trebuchet MS"/>
                <a:cs typeface="Trebuchet MS"/>
              </a:rPr>
              <a:t>curse</a:t>
            </a:r>
            <a:r>
              <a:rPr sz="2869" b="1" spc="28" baseline="1089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of</a:t>
            </a:r>
            <a:r>
              <a:rPr sz="2869" b="1" spc="11" baseline="1089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dimensionality</a:t>
            </a:r>
            <a:r>
              <a:rPr sz="1950" dirty="0">
                <a:latin typeface="Trebuchet MS"/>
                <a:cs typeface="Trebuchet MS"/>
              </a:rPr>
              <a:t>. Counting</a:t>
            </a:r>
            <a:r>
              <a:rPr sz="1950" spc="4" dirty="0">
                <a:latin typeface="Trebuchet MS"/>
                <a:cs typeface="Trebuchet MS"/>
              </a:rPr>
              <a:t> </a:t>
            </a:r>
            <a:r>
              <a:rPr sz="1950" spc="-38" dirty="0">
                <a:latin typeface="Trebuchet MS"/>
                <a:cs typeface="Trebuchet MS"/>
              </a:rPr>
              <a:t>fails</a:t>
            </a:r>
            <a:r>
              <a:rPr sz="1950" dirty="0">
                <a:latin typeface="Trebuchet MS"/>
                <a:cs typeface="Trebuchet MS"/>
              </a:rPr>
              <a:t> </a:t>
            </a:r>
            <a:r>
              <a:rPr sz="1950" spc="49" dirty="0">
                <a:latin typeface="Trebuchet MS"/>
                <a:cs typeface="Trebuchet MS"/>
              </a:rPr>
              <a:t>when</a:t>
            </a:r>
            <a:r>
              <a:rPr sz="1950" spc="8" dirty="0">
                <a:latin typeface="Trebuchet MS"/>
                <a:cs typeface="Trebuchet MS"/>
              </a:rPr>
              <a:t> </a:t>
            </a:r>
            <a:r>
              <a:rPr sz="1950" spc="-23" dirty="0">
                <a:latin typeface="Trebuchet MS"/>
                <a:cs typeface="Trebuchet MS"/>
              </a:rPr>
              <a:t>there</a:t>
            </a:r>
            <a:r>
              <a:rPr sz="1950" spc="4" dirty="0">
                <a:latin typeface="Trebuchet MS"/>
                <a:cs typeface="Trebuchet MS"/>
              </a:rPr>
              <a:t> </a:t>
            </a:r>
            <a:r>
              <a:rPr sz="1950" spc="-19" dirty="0">
                <a:latin typeface="Trebuchet MS"/>
                <a:cs typeface="Trebuchet MS"/>
              </a:rPr>
              <a:t>are </a:t>
            </a:r>
            <a:r>
              <a:rPr sz="1950" dirty="0">
                <a:latin typeface="Trebuchet MS"/>
                <a:cs typeface="Trebuchet MS"/>
              </a:rPr>
              <a:t>too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many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15" dirty="0">
                <a:latin typeface="Trebuchet MS"/>
                <a:cs typeface="Trebuchet MS"/>
              </a:rPr>
              <a:t>bins.</a:t>
            </a:r>
            <a:endParaRPr sz="1950">
              <a:latin typeface="Trebuchet MS"/>
              <a:cs typeface="Trebuchet MS"/>
            </a:endParaRPr>
          </a:p>
          <a:p>
            <a:pPr marL="532924" lvl="1" indent="-170974">
              <a:spcBef>
                <a:spcPts val="739"/>
              </a:spcBef>
              <a:buFont typeface="Carlito"/>
              <a:buChar char="–"/>
              <a:tabLst>
                <a:tab pos="532924" algn="l"/>
              </a:tabLst>
            </a:pPr>
            <a:r>
              <a:rPr sz="1950" spc="-53" dirty="0">
                <a:latin typeface="Trebuchet MS"/>
                <a:cs typeface="Trebuchet MS"/>
              </a:rPr>
              <a:t>(Binary) </a:t>
            </a:r>
            <a:r>
              <a:rPr sz="1950" spc="98" dirty="0">
                <a:latin typeface="Trebuchet MS"/>
                <a:cs typeface="Trebuchet MS"/>
              </a:rPr>
              <a:t>MNIST: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spc="49" dirty="0">
                <a:latin typeface="Trebuchet MS"/>
                <a:cs typeface="Trebuchet MS"/>
              </a:rPr>
              <a:t>28x28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images,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each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41" dirty="0">
                <a:latin typeface="Trebuchet MS"/>
                <a:cs typeface="Trebuchet MS"/>
              </a:rPr>
              <a:t>pixel</a:t>
            </a:r>
            <a:r>
              <a:rPr sz="1950" spc="-53" dirty="0">
                <a:latin typeface="Trebuchet MS"/>
                <a:cs typeface="Trebuchet MS"/>
              </a:rPr>
              <a:t> </a:t>
            </a:r>
            <a:r>
              <a:rPr sz="1950" spc="-15" dirty="0">
                <a:latin typeface="Trebuchet MS"/>
                <a:cs typeface="Trebuchet MS"/>
              </a:rPr>
              <a:t>in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90" dirty="0">
                <a:latin typeface="Trebuchet MS"/>
                <a:cs typeface="Trebuchet MS"/>
              </a:rPr>
              <a:t>{0,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spc="-19" dirty="0">
                <a:latin typeface="Trebuchet MS"/>
                <a:cs typeface="Trebuchet MS"/>
              </a:rPr>
              <a:t>1}</a:t>
            </a:r>
            <a:endParaRPr sz="1950">
              <a:latin typeface="Trebuchet MS"/>
              <a:cs typeface="Trebuchet MS"/>
            </a:endParaRPr>
          </a:p>
          <a:p>
            <a:pPr marL="532924" lvl="1" indent="-170974">
              <a:spcBef>
                <a:spcPts val="739"/>
              </a:spcBef>
              <a:buFont typeface="Carlito"/>
              <a:buChar char="–"/>
              <a:tabLst>
                <a:tab pos="532924" algn="l"/>
              </a:tabLst>
            </a:pPr>
            <a:r>
              <a:rPr sz="1950" spc="-8" dirty="0">
                <a:latin typeface="Trebuchet MS"/>
                <a:cs typeface="Trebuchet MS"/>
              </a:rPr>
              <a:t>There</a:t>
            </a:r>
            <a:r>
              <a:rPr sz="1950" spc="-113" dirty="0">
                <a:latin typeface="Trebuchet MS"/>
                <a:cs typeface="Trebuchet MS"/>
              </a:rPr>
              <a:t> </a:t>
            </a:r>
            <a:r>
              <a:rPr sz="1950" spc="-19" dirty="0">
                <a:latin typeface="Trebuchet MS"/>
                <a:cs typeface="Trebuchet MS"/>
              </a:rPr>
              <a:t>are</a:t>
            </a:r>
            <a:r>
              <a:rPr sz="1950" spc="-79" dirty="0">
                <a:latin typeface="Trebuchet MS"/>
                <a:cs typeface="Trebuchet MS"/>
              </a:rPr>
              <a:t> </a:t>
            </a:r>
            <a:r>
              <a:rPr sz="1950" spc="49" dirty="0">
                <a:latin typeface="Trebuchet MS"/>
                <a:cs typeface="Trebuchet MS"/>
              </a:rPr>
              <a:t>2</a:t>
            </a:r>
            <a:r>
              <a:rPr sz="1913" spc="73" baseline="26143" dirty="0">
                <a:latin typeface="Trebuchet MS"/>
                <a:cs typeface="Trebuchet MS"/>
              </a:rPr>
              <a:t>784</a:t>
            </a:r>
            <a:r>
              <a:rPr sz="1913" spc="208" baseline="26143" dirty="0">
                <a:latin typeface="Trebuchet MS"/>
                <a:cs typeface="Trebuchet MS"/>
              </a:rPr>
              <a:t> </a:t>
            </a:r>
            <a:r>
              <a:rPr sz="1950" spc="-214" dirty="0">
                <a:latin typeface="DejaVu Sans"/>
                <a:cs typeface="DejaVu Sans"/>
              </a:rPr>
              <a:t>≈</a:t>
            </a:r>
            <a:r>
              <a:rPr sz="1950" spc="-79" dirty="0">
                <a:latin typeface="DejaVu Sans"/>
                <a:cs typeface="DejaVu Sans"/>
              </a:rPr>
              <a:t> </a:t>
            </a:r>
            <a:r>
              <a:rPr sz="1950" spc="53" dirty="0">
                <a:latin typeface="Trebuchet MS"/>
                <a:cs typeface="Trebuchet MS"/>
              </a:rPr>
              <a:t>10</a:t>
            </a:r>
            <a:r>
              <a:rPr sz="1913" spc="78" baseline="26143" dirty="0">
                <a:latin typeface="Trebuchet MS"/>
                <a:cs typeface="Trebuchet MS"/>
              </a:rPr>
              <a:t>236</a:t>
            </a:r>
            <a:r>
              <a:rPr sz="1913" spc="203" baseline="26143" dirty="0">
                <a:latin typeface="Trebuchet MS"/>
                <a:cs typeface="Trebuchet MS"/>
              </a:rPr>
              <a:t> </a:t>
            </a:r>
            <a:r>
              <a:rPr sz="1950" spc="-45" dirty="0">
                <a:latin typeface="Trebuchet MS"/>
                <a:cs typeface="Trebuchet MS"/>
              </a:rPr>
              <a:t>probabilities</a:t>
            </a:r>
            <a:r>
              <a:rPr sz="1950" spc="-7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79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estimate</a:t>
            </a:r>
            <a:endParaRPr sz="1950">
              <a:latin typeface="Trebuchet MS"/>
              <a:cs typeface="Trebuchet MS"/>
            </a:endParaRPr>
          </a:p>
          <a:p>
            <a:pPr marL="532924" lvl="1" indent="-170974">
              <a:spcBef>
                <a:spcPts val="739"/>
              </a:spcBef>
              <a:buFont typeface="Carlito"/>
              <a:buChar char="–"/>
              <a:tabLst>
                <a:tab pos="532924" algn="l"/>
              </a:tabLst>
            </a:pPr>
            <a:r>
              <a:rPr sz="1950" spc="49" dirty="0">
                <a:latin typeface="Trebuchet MS"/>
                <a:cs typeface="Trebuchet MS"/>
              </a:rPr>
              <a:t>Any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reasonable</a:t>
            </a:r>
            <a:r>
              <a:rPr sz="1950" spc="-56" dirty="0">
                <a:latin typeface="Trebuchet MS"/>
                <a:cs typeface="Trebuchet MS"/>
              </a:rPr>
              <a:t> </a:t>
            </a:r>
            <a:r>
              <a:rPr sz="1950" spc="-45" dirty="0">
                <a:latin typeface="Trebuchet MS"/>
                <a:cs typeface="Trebuchet MS"/>
              </a:rPr>
              <a:t>training</a:t>
            </a:r>
            <a:r>
              <a:rPr sz="1950" spc="-53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set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covers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only</a:t>
            </a:r>
            <a:r>
              <a:rPr sz="1950" spc="-56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49" dirty="0">
                <a:latin typeface="Trebuchet MS"/>
                <a:cs typeface="Trebuchet MS"/>
              </a:rPr>
              <a:t>tiny</a:t>
            </a:r>
            <a:r>
              <a:rPr sz="1950" spc="-56" dirty="0">
                <a:latin typeface="Trebuchet MS"/>
                <a:cs typeface="Trebuchet MS"/>
              </a:rPr>
              <a:t> fraction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15" dirty="0">
                <a:latin typeface="Trebuchet MS"/>
                <a:cs typeface="Trebuchet MS"/>
              </a:rPr>
              <a:t>this</a:t>
            </a:r>
            <a:endParaRPr sz="1950">
              <a:latin typeface="Trebuchet MS"/>
              <a:cs typeface="Trebuchet MS"/>
            </a:endParaRPr>
          </a:p>
          <a:p>
            <a:pPr marL="533400" marR="84296" lvl="1" indent="-171450">
              <a:lnSpc>
                <a:spcPct val="102299"/>
              </a:lnSpc>
              <a:spcBef>
                <a:spcPts val="683"/>
              </a:spcBef>
              <a:buFont typeface="Carlito"/>
              <a:buChar char="–"/>
              <a:tabLst>
                <a:tab pos="533400" algn="l"/>
              </a:tabLst>
            </a:pPr>
            <a:r>
              <a:rPr sz="1950" spc="86" dirty="0">
                <a:latin typeface="Trebuchet MS"/>
                <a:cs typeface="Trebuchet MS"/>
              </a:rPr>
              <a:t>No</a:t>
            </a:r>
            <a:r>
              <a:rPr sz="1950" spc="-23" dirty="0">
                <a:latin typeface="Trebuchet MS"/>
                <a:cs typeface="Trebuchet MS"/>
              </a:rPr>
              <a:t> </a:t>
            </a:r>
            <a:r>
              <a:rPr sz="1950" spc="-41" dirty="0">
                <a:latin typeface="Trebuchet MS"/>
                <a:cs typeface="Trebuchet MS"/>
              </a:rPr>
              <a:t>generalization</a:t>
            </a:r>
            <a:r>
              <a:rPr sz="1950" spc="-1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whatsoever!</a:t>
            </a:r>
            <a:r>
              <a:rPr sz="1950" spc="-26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There</a:t>
            </a:r>
            <a:r>
              <a:rPr sz="1950" spc="-23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is</a:t>
            </a:r>
            <a:r>
              <a:rPr sz="1950" spc="-23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shared</a:t>
            </a:r>
            <a:r>
              <a:rPr sz="1950" spc="-19" dirty="0">
                <a:latin typeface="Trebuchet MS"/>
                <a:cs typeface="Trebuchet MS"/>
              </a:rPr>
              <a:t> </a:t>
            </a:r>
            <a:r>
              <a:rPr sz="1950" spc="-23" dirty="0">
                <a:latin typeface="Trebuchet MS"/>
                <a:cs typeface="Trebuchet MS"/>
              </a:rPr>
              <a:t>structure </a:t>
            </a:r>
            <a:r>
              <a:rPr sz="1950" spc="41" dirty="0">
                <a:latin typeface="Trebuchet MS"/>
                <a:cs typeface="Trebuchet MS"/>
              </a:rPr>
              <a:t>among</a:t>
            </a:r>
            <a:r>
              <a:rPr sz="1950" spc="-23" dirty="0">
                <a:latin typeface="Trebuchet MS"/>
                <a:cs typeface="Trebuchet MS"/>
              </a:rPr>
              <a:t> </a:t>
            </a:r>
            <a:r>
              <a:rPr sz="1950" spc="30" dirty="0">
                <a:latin typeface="Trebuchet MS"/>
                <a:cs typeface="Trebuchet MS"/>
              </a:rPr>
              <a:t>images </a:t>
            </a:r>
            <a:r>
              <a:rPr sz="1950" spc="-15" dirty="0">
                <a:latin typeface="Trebuchet MS"/>
                <a:cs typeface="Trebuchet MS"/>
              </a:rPr>
              <a:t>but</a:t>
            </a:r>
            <a:r>
              <a:rPr sz="1950" spc="-9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this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15" dirty="0">
                <a:latin typeface="Trebuchet MS"/>
                <a:cs typeface="Trebuchet MS"/>
              </a:rPr>
              <a:t>kind</a:t>
            </a:r>
            <a:r>
              <a:rPr sz="1950" spc="-86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model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would</a:t>
            </a:r>
            <a:r>
              <a:rPr sz="1950" spc="-86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not</a:t>
            </a:r>
            <a:r>
              <a:rPr sz="1950" spc="-9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be</a:t>
            </a:r>
            <a:r>
              <a:rPr sz="1950" spc="-83" dirty="0">
                <a:latin typeface="Trebuchet MS"/>
                <a:cs typeface="Trebuchet MS"/>
              </a:rPr>
              <a:t> </a:t>
            </a:r>
            <a:r>
              <a:rPr sz="1950" spc="-26" dirty="0">
                <a:latin typeface="Trebuchet MS"/>
                <a:cs typeface="Trebuchet MS"/>
              </a:rPr>
              <a:t>able</a:t>
            </a:r>
            <a:r>
              <a:rPr sz="1950" spc="-86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86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capture</a:t>
            </a:r>
            <a:r>
              <a:rPr sz="1950" spc="-86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that.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spc="64" dirty="0"/>
              <a:t>Problematic</a:t>
            </a:r>
            <a:r>
              <a:rPr lang="en-US" spc="-79" dirty="0"/>
              <a:t> </a:t>
            </a:r>
            <a:r>
              <a:rPr lang="en-US" dirty="0"/>
              <a:t>even</a:t>
            </a:r>
            <a:r>
              <a:rPr lang="en-US" spc="-75" dirty="0"/>
              <a:t> </a:t>
            </a:r>
            <a:r>
              <a:rPr lang="en-US" spc="124" dirty="0"/>
              <a:t>for</a:t>
            </a:r>
            <a:r>
              <a:rPr lang="en-US" spc="-68" dirty="0"/>
              <a:t> </a:t>
            </a:r>
            <a:r>
              <a:rPr lang="en-US" spc="64" dirty="0"/>
              <a:t>single</a:t>
            </a:r>
            <a:r>
              <a:rPr lang="en-US" spc="-75" dirty="0"/>
              <a:t> </a:t>
            </a:r>
            <a:r>
              <a:rPr lang="en-US" spc="34" dirty="0"/>
              <a:t>variable</a:t>
            </a:r>
            <a:endParaRPr lang="en-IN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4763" rIns="0" bIns="0" rtlCol="0" anchor="ctr" anchorCtr="0">
            <a:spAutoFit/>
          </a:bodyPr>
          <a:lstStyle/>
          <a:p>
            <a:pPr marL="84296">
              <a:spcBef>
                <a:spcPts val="38"/>
              </a:spcBef>
            </a:pPr>
            <a:fld id="{81D60167-4931-47E6-BA6A-407CBD079E47}" type="slidenum">
              <a:rPr spc="-19" dirty="0"/>
              <a:pPr marL="84296">
                <a:spcBef>
                  <a:spcPts val="38"/>
                </a:spcBef>
              </a:pPr>
              <a:t>12</a:t>
            </a:fld>
            <a:endParaRPr spc="-19" dirty="0"/>
          </a:p>
        </p:txBody>
      </p:sp>
      <p:sp>
        <p:nvSpPr>
          <p:cNvPr id="3" name="object 3"/>
          <p:cNvSpPr txBox="1"/>
          <p:nvPr/>
        </p:nvSpPr>
        <p:spPr>
          <a:xfrm>
            <a:off x="3367573" y="1449325"/>
            <a:ext cx="5557361" cy="11291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75" spc="-26" dirty="0">
                <a:latin typeface="Trebuchet MS"/>
                <a:cs typeface="Trebuchet MS"/>
              </a:rPr>
              <a:t>learned</a:t>
            </a:r>
            <a:r>
              <a:rPr sz="2175" spc="-64" dirty="0">
                <a:latin typeface="Trebuchet MS"/>
                <a:cs typeface="Trebuchet MS"/>
              </a:rPr>
              <a:t> </a:t>
            </a:r>
            <a:r>
              <a:rPr sz="2175" dirty="0">
                <a:latin typeface="Trebuchet MS"/>
                <a:cs typeface="Trebuchet MS"/>
              </a:rPr>
              <a:t>histogram</a:t>
            </a:r>
            <a:r>
              <a:rPr sz="2175" spc="-53" dirty="0">
                <a:latin typeface="Trebuchet MS"/>
                <a:cs typeface="Trebuchet MS"/>
              </a:rPr>
              <a:t> </a:t>
            </a:r>
            <a:r>
              <a:rPr sz="2175" spc="285" dirty="0">
                <a:latin typeface="Trebuchet MS"/>
                <a:cs typeface="Trebuchet MS"/>
              </a:rPr>
              <a:t>=</a:t>
            </a:r>
            <a:r>
              <a:rPr sz="2175" spc="-56" dirty="0">
                <a:latin typeface="Trebuchet MS"/>
                <a:cs typeface="Trebuchet MS"/>
              </a:rPr>
              <a:t> </a:t>
            </a:r>
            <a:r>
              <a:rPr sz="2175" spc="-49" dirty="0">
                <a:latin typeface="Trebuchet MS"/>
                <a:cs typeface="Trebuchet MS"/>
              </a:rPr>
              <a:t>training</a:t>
            </a:r>
            <a:r>
              <a:rPr sz="2175" spc="-64" dirty="0">
                <a:latin typeface="Trebuchet MS"/>
                <a:cs typeface="Trebuchet MS"/>
              </a:rPr>
              <a:t> </a:t>
            </a:r>
            <a:r>
              <a:rPr sz="2175" spc="-45" dirty="0">
                <a:latin typeface="Trebuchet MS"/>
                <a:cs typeface="Trebuchet MS"/>
              </a:rPr>
              <a:t>data</a:t>
            </a:r>
            <a:r>
              <a:rPr sz="2175" spc="-60" dirty="0">
                <a:latin typeface="Trebuchet MS"/>
                <a:cs typeface="Trebuchet MS"/>
              </a:rPr>
              <a:t> </a:t>
            </a:r>
            <a:r>
              <a:rPr sz="2175" spc="-23" dirty="0">
                <a:latin typeface="Trebuchet MS"/>
                <a:cs typeface="Trebuchet MS"/>
              </a:rPr>
              <a:t>distribution</a:t>
            </a:r>
            <a:endParaRPr sz="2175" dirty="0">
              <a:latin typeface="Trebuchet MS"/>
              <a:cs typeface="Trebuchet MS"/>
            </a:endParaRPr>
          </a:p>
          <a:p>
            <a:pPr>
              <a:spcBef>
                <a:spcPts val="945"/>
              </a:spcBef>
            </a:pPr>
            <a:endParaRPr sz="2175" dirty="0">
              <a:latin typeface="Trebuchet MS"/>
              <a:cs typeface="Trebuchet MS"/>
            </a:endParaRPr>
          </a:p>
          <a:p>
            <a:pPr marL="9525">
              <a:spcBef>
                <a:spcPts val="4"/>
              </a:spcBef>
            </a:pPr>
            <a:r>
              <a:rPr sz="2175" dirty="0">
                <a:latin typeface="Times New Roman"/>
                <a:cs typeface="Times New Roman"/>
              </a:rPr>
              <a:t>→</a:t>
            </a:r>
            <a:r>
              <a:rPr sz="2175" spc="53" dirty="0">
                <a:latin typeface="Times New Roman"/>
                <a:cs typeface="Times New Roman"/>
              </a:rPr>
              <a:t> </a:t>
            </a:r>
            <a:r>
              <a:rPr sz="2175" spc="-8" dirty="0">
                <a:latin typeface="Trebuchet MS"/>
                <a:cs typeface="Trebuchet MS"/>
              </a:rPr>
              <a:t>often</a:t>
            </a:r>
            <a:r>
              <a:rPr sz="2175" spc="-75" dirty="0">
                <a:latin typeface="Trebuchet MS"/>
                <a:cs typeface="Trebuchet MS"/>
              </a:rPr>
              <a:t> </a:t>
            </a:r>
            <a:r>
              <a:rPr sz="2175" dirty="0">
                <a:latin typeface="Trebuchet MS"/>
                <a:cs typeface="Trebuchet MS"/>
              </a:rPr>
              <a:t>poor</a:t>
            </a:r>
            <a:r>
              <a:rPr sz="2175" spc="-75" dirty="0">
                <a:latin typeface="Trebuchet MS"/>
                <a:cs typeface="Trebuchet MS"/>
              </a:rPr>
              <a:t> </a:t>
            </a:r>
            <a:r>
              <a:rPr sz="2175" spc="-8" dirty="0">
                <a:latin typeface="Trebuchet MS"/>
                <a:cs typeface="Trebuchet MS"/>
              </a:rPr>
              <a:t>generalization</a:t>
            </a:r>
            <a:endParaRPr sz="2175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957416"/>
            <a:ext cx="2866643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Parameterized</a:t>
            </a:r>
            <a:r>
              <a:rPr lang="en-IN" spc="338" dirty="0"/>
              <a:t> </a:t>
            </a:r>
            <a:r>
              <a:rPr lang="en-IN" spc="75" dirty="0"/>
              <a:t>Distributions</a:t>
            </a:r>
            <a:endParaRPr lang="en-IN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4763" rIns="0" bIns="0" rtlCol="0" anchor="ctr" anchorCtr="0">
            <a:spAutoFit/>
          </a:bodyPr>
          <a:lstStyle/>
          <a:p>
            <a:pPr marL="84296">
              <a:spcBef>
                <a:spcPts val="38"/>
              </a:spcBef>
            </a:pPr>
            <a:fld id="{81D60167-4931-47E6-BA6A-407CBD079E47}" type="slidenum">
              <a:rPr spc="-19" dirty="0"/>
              <a:pPr marL="84296">
                <a:spcBef>
                  <a:spcPts val="38"/>
                </a:spcBef>
              </a:pPr>
              <a:t>13</a:t>
            </a:fld>
            <a:endParaRPr spc="-19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1708" y="1058419"/>
            <a:ext cx="3737610" cy="26494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734" y="883158"/>
            <a:ext cx="2866643" cy="40507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71399" y="3794378"/>
            <a:ext cx="3543300" cy="566726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562928" marR="3810" indent="-553879">
              <a:lnSpc>
                <a:spcPct val="100800"/>
              </a:lnSpc>
              <a:spcBef>
                <a:spcPts val="56"/>
              </a:spcBef>
            </a:pPr>
            <a:r>
              <a:rPr spc="-38" dirty="0">
                <a:latin typeface="Trebuchet MS"/>
                <a:cs typeface="Trebuchet MS"/>
              </a:rPr>
              <a:t>Fitting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-38" dirty="0">
                <a:latin typeface="Trebuchet MS"/>
                <a:cs typeface="Trebuchet MS"/>
              </a:rPr>
              <a:t>parameterized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34" dirty="0">
                <a:latin typeface="Trebuchet MS"/>
                <a:cs typeface="Trebuchet MS"/>
              </a:rPr>
              <a:t>distribution </a:t>
            </a:r>
            <a:r>
              <a:rPr spc="-15" dirty="0">
                <a:latin typeface="Trebuchet MS"/>
                <a:cs typeface="Trebuchet MS"/>
              </a:rPr>
              <a:t>often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generalizes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better</a:t>
            </a:r>
            <a:endParaRPr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845F5E-197F-503E-48E8-0209CD5027A1}"/>
                  </a:ext>
                </a:extLst>
              </p14:cNvPr>
              <p14:cNvContentPartPr/>
              <p14:nvPr/>
            </p14:nvContentPartPr>
            <p14:xfrm>
              <a:off x="428760" y="422640"/>
              <a:ext cx="7757640" cy="4579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845F5E-197F-503E-48E8-0209CD5027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9400" y="413280"/>
                <a:ext cx="7776360" cy="459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7986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Lecture</a:t>
            </a:r>
            <a:r>
              <a:rPr lang="en-IN" spc="71" dirty="0"/>
              <a:t> </a:t>
            </a:r>
            <a:r>
              <a:rPr lang="en-IN" spc="-8" dirty="0"/>
              <a:t>overview</a:t>
            </a:r>
            <a:endParaRPr lang="en-IN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4763" rIns="0" bIns="0" rtlCol="0" anchor="ctr" anchorCtr="0">
            <a:spAutoFit/>
          </a:bodyPr>
          <a:lstStyle/>
          <a:p>
            <a:pPr marL="106680">
              <a:spcBef>
                <a:spcPts val="38"/>
              </a:spcBef>
            </a:pPr>
            <a:r>
              <a:rPr spc="-19" dirty="0"/>
              <a:t>18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2969" y="894969"/>
            <a:ext cx="6398895" cy="2570095"/>
          </a:xfrm>
          <a:prstGeom prst="rect">
            <a:avLst/>
          </a:prstGeom>
        </p:spPr>
        <p:txBody>
          <a:bodyPr vert="horz" wrap="square" lIns="0" tIns="132874" rIns="0" bIns="0" rtlCol="0">
            <a:spAutoFit/>
          </a:bodyPr>
          <a:lstStyle/>
          <a:p>
            <a:pPr marL="180975" indent="-171450">
              <a:spcBef>
                <a:spcPts val="1046"/>
              </a:spcBef>
              <a:buFont typeface="Arial"/>
              <a:buChar char="•"/>
              <a:tabLst>
                <a:tab pos="180975" algn="l"/>
              </a:tabLst>
            </a:pPr>
            <a:r>
              <a:rPr sz="1950" spc="-8" dirty="0">
                <a:latin typeface="Trebuchet MS"/>
                <a:cs typeface="Trebuchet MS"/>
              </a:rPr>
              <a:t>Motivation</a:t>
            </a:r>
            <a:endParaRPr sz="1950">
              <a:latin typeface="Trebuchet MS"/>
              <a:cs typeface="Trebuchet MS"/>
            </a:endParaRPr>
          </a:p>
          <a:p>
            <a:pPr marL="180975" indent="-171450">
              <a:spcBef>
                <a:spcPts val="971"/>
              </a:spcBef>
              <a:buFont typeface="Arial"/>
              <a:buChar char="•"/>
              <a:tabLst>
                <a:tab pos="180975" algn="l"/>
              </a:tabLst>
            </a:pPr>
            <a:r>
              <a:rPr sz="1950" dirty="0">
                <a:latin typeface="Trebuchet MS"/>
                <a:cs typeface="Trebuchet MS"/>
              </a:rPr>
              <a:t>Simple</a:t>
            </a:r>
            <a:r>
              <a:rPr sz="1950" spc="-26" dirty="0">
                <a:latin typeface="Trebuchet MS"/>
                <a:cs typeface="Trebuchet MS"/>
              </a:rPr>
              <a:t> </a:t>
            </a:r>
            <a:r>
              <a:rPr sz="1950" spc="-15" dirty="0">
                <a:latin typeface="Trebuchet MS"/>
                <a:cs typeface="Trebuchet MS"/>
              </a:rPr>
              <a:t>generative</a:t>
            </a:r>
            <a:r>
              <a:rPr sz="1950" spc="-26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models: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histograms</a:t>
            </a:r>
            <a:endParaRPr sz="1950">
              <a:latin typeface="Trebuchet MS"/>
              <a:cs typeface="Trebuchet MS"/>
            </a:endParaRPr>
          </a:p>
          <a:p>
            <a:pPr marL="180975" indent="-171450">
              <a:spcBef>
                <a:spcPts val="990"/>
              </a:spcBef>
              <a:buSzPct val="101960"/>
              <a:buFont typeface="Arial"/>
              <a:buChar char="•"/>
              <a:tabLst>
                <a:tab pos="180975" algn="l"/>
              </a:tabLst>
            </a:pPr>
            <a:r>
              <a:rPr sz="2869" b="1" baseline="1089" dirty="0">
                <a:latin typeface="Trebuchet MS"/>
                <a:cs typeface="Trebuchet MS"/>
              </a:rPr>
              <a:t>Parameterized</a:t>
            </a:r>
            <a:r>
              <a:rPr sz="2869" b="1" spc="28" baseline="1089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distributions</a:t>
            </a:r>
            <a:r>
              <a:rPr sz="2869" b="1" spc="28" baseline="1089" dirty="0">
                <a:latin typeface="Trebuchet MS"/>
                <a:cs typeface="Trebuchet MS"/>
              </a:rPr>
              <a:t> </a:t>
            </a:r>
            <a:r>
              <a:rPr sz="2869" b="1" spc="95" baseline="1089" dirty="0">
                <a:latin typeface="Trebuchet MS"/>
                <a:cs typeface="Trebuchet MS"/>
              </a:rPr>
              <a:t>and</a:t>
            </a:r>
            <a:r>
              <a:rPr sz="2869" b="1" spc="28" baseline="1089" dirty="0">
                <a:latin typeface="Trebuchet MS"/>
                <a:cs typeface="Trebuchet MS"/>
              </a:rPr>
              <a:t> </a:t>
            </a:r>
            <a:r>
              <a:rPr sz="2869" b="1" spc="146" baseline="1089" dirty="0">
                <a:latin typeface="Trebuchet MS"/>
                <a:cs typeface="Trebuchet MS"/>
              </a:rPr>
              <a:t>maximum</a:t>
            </a:r>
            <a:r>
              <a:rPr sz="2869" b="1" spc="23" baseline="1089" dirty="0">
                <a:latin typeface="Trebuchet MS"/>
                <a:cs typeface="Trebuchet MS"/>
              </a:rPr>
              <a:t> </a:t>
            </a:r>
            <a:r>
              <a:rPr sz="2869" b="1" spc="-11" baseline="1089" dirty="0">
                <a:latin typeface="Trebuchet MS"/>
                <a:cs typeface="Trebuchet MS"/>
              </a:rPr>
              <a:t>likelihood</a:t>
            </a:r>
            <a:endParaRPr sz="2869" baseline="1089">
              <a:latin typeface="Trebuchet MS"/>
              <a:cs typeface="Trebuchet MS"/>
            </a:endParaRPr>
          </a:p>
          <a:p>
            <a:pPr marL="180975" indent="-171450">
              <a:spcBef>
                <a:spcPts val="1035"/>
              </a:spcBef>
              <a:buFont typeface="Arial"/>
              <a:buChar char="•"/>
              <a:tabLst>
                <a:tab pos="180975" algn="l"/>
              </a:tabLst>
            </a:pPr>
            <a:r>
              <a:rPr sz="1950" dirty="0">
                <a:latin typeface="Trebuchet MS"/>
                <a:cs typeface="Trebuchet MS"/>
              </a:rPr>
              <a:t>Autoregressive</a:t>
            </a:r>
            <a:r>
              <a:rPr sz="1950" spc="214" dirty="0">
                <a:latin typeface="Trebuchet MS"/>
                <a:cs typeface="Trebuchet MS"/>
              </a:rPr>
              <a:t> </a:t>
            </a:r>
            <a:r>
              <a:rPr sz="1950" spc="79" dirty="0">
                <a:latin typeface="Trebuchet MS"/>
                <a:cs typeface="Trebuchet MS"/>
              </a:rPr>
              <a:t>Models</a:t>
            </a:r>
            <a:endParaRPr sz="1950">
              <a:latin typeface="Trebuchet MS"/>
              <a:cs typeface="Trebuchet MS"/>
            </a:endParaRPr>
          </a:p>
          <a:p>
            <a:pPr marL="523399" lvl="1" indent="-170974">
              <a:spcBef>
                <a:spcPts val="971"/>
              </a:spcBef>
              <a:buFont typeface="Carlito"/>
              <a:buChar char="–"/>
              <a:tabLst>
                <a:tab pos="523399" algn="l"/>
              </a:tabLst>
            </a:pPr>
            <a:r>
              <a:rPr sz="1950" spc="-8" dirty="0">
                <a:latin typeface="Trebuchet MS"/>
                <a:cs typeface="Trebuchet MS"/>
              </a:rPr>
              <a:t>Recurrent</a:t>
            </a:r>
            <a:r>
              <a:rPr sz="1950" spc="-113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Neural</a:t>
            </a:r>
            <a:r>
              <a:rPr sz="1950" spc="-105" dirty="0">
                <a:latin typeface="Trebuchet MS"/>
                <a:cs typeface="Trebuchet MS"/>
              </a:rPr>
              <a:t> </a:t>
            </a:r>
            <a:r>
              <a:rPr sz="1950" spc="41" dirty="0">
                <a:latin typeface="Trebuchet MS"/>
                <a:cs typeface="Trebuchet MS"/>
              </a:rPr>
              <a:t>Nets</a:t>
            </a:r>
            <a:endParaRPr sz="1950">
              <a:latin typeface="Trebuchet MS"/>
              <a:cs typeface="Trebuchet MS"/>
            </a:endParaRPr>
          </a:p>
          <a:p>
            <a:pPr marL="523399" lvl="1" indent="-170974">
              <a:spcBef>
                <a:spcPts val="956"/>
              </a:spcBef>
              <a:buFont typeface="Carlito"/>
              <a:buChar char="–"/>
              <a:tabLst>
                <a:tab pos="523399" algn="l"/>
              </a:tabLst>
            </a:pPr>
            <a:r>
              <a:rPr sz="1950" spc="45" dirty="0">
                <a:latin typeface="Trebuchet MS"/>
                <a:cs typeface="Trebuchet MS"/>
              </a:rPr>
              <a:t>Masking-</a:t>
            </a:r>
            <a:r>
              <a:rPr sz="1950" dirty="0">
                <a:latin typeface="Trebuchet MS"/>
                <a:cs typeface="Trebuchet MS"/>
              </a:rPr>
              <a:t>based</a:t>
            </a:r>
            <a:r>
              <a:rPr sz="1950" spc="113" dirty="0">
                <a:latin typeface="Trebuchet MS"/>
                <a:cs typeface="Trebuchet MS"/>
              </a:rPr>
              <a:t> </a:t>
            </a:r>
            <a:r>
              <a:rPr sz="1950" spc="79" dirty="0">
                <a:latin typeface="Trebuchet MS"/>
                <a:cs typeface="Trebuchet MS"/>
              </a:rPr>
              <a:t>Models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IN" spc="105" dirty="0"/>
              <a:t>Likelihood-</a:t>
            </a:r>
            <a:r>
              <a:rPr lang="en-IN" spc="45" dirty="0"/>
              <a:t>based</a:t>
            </a:r>
            <a:r>
              <a:rPr lang="en-IN" spc="-83" dirty="0"/>
              <a:t> </a:t>
            </a:r>
            <a:r>
              <a:rPr lang="en-IN" spc="60" dirty="0"/>
              <a:t>generative</a:t>
            </a:r>
            <a:r>
              <a:rPr lang="en-IN" spc="-75" dirty="0"/>
              <a:t> </a:t>
            </a:r>
            <a:r>
              <a:rPr lang="en-IN" spc="79" dirty="0"/>
              <a:t>models</a:t>
            </a:r>
            <a:endParaRPr lang="en-IN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4763" rIns="0" bIns="0" rtlCol="0" anchor="ctr" anchorCtr="0">
            <a:spAutoFit/>
          </a:bodyPr>
          <a:lstStyle/>
          <a:p>
            <a:pPr marL="106680">
              <a:spcBef>
                <a:spcPts val="38"/>
              </a:spcBef>
            </a:pPr>
            <a:r>
              <a:rPr spc="-19" dirty="0"/>
              <a:t>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7714" y="1011556"/>
            <a:ext cx="8491538" cy="330340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19075" indent="-171450">
              <a:spcBef>
                <a:spcPts val="75"/>
              </a:spcBef>
              <a:buFont typeface="Arial"/>
              <a:buChar char="•"/>
              <a:tabLst>
                <a:tab pos="219075" algn="l"/>
              </a:tabLst>
            </a:pPr>
            <a:r>
              <a:rPr sz="1950" spc="-38" dirty="0">
                <a:latin typeface="Trebuchet MS"/>
                <a:cs typeface="Trebuchet MS"/>
              </a:rPr>
              <a:t>Recall: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41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goal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is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estimate</a:t>
            </a:r>
            <a:r>
              <a:rPr sz="2869" b="1" spc="-45" baseline="1089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p</a:t>
            </a:r>
            <a:r>
              <a:rPr sz="1856" b="1" baseline="-16835" dirty="0">
                <a:latin typeface="Trebuchet MS"/>
                <a:cs typeface="Trebuchet MS"/>
              </a:rPr>
              <a:t>data</a:t>
            </a:r>
            <a:r>
              <a:rPr sz="1856" b="1" spc="281" baseline="-16835" dirty="0">
                <a:latin typeface="Trebuchet MS"/>
                <a:cs typeface="Trebuchet MS"/>
              </a:rPr>
              <a:t> </a:t>
            </a:r>
            <a:r>
              <a:rPr sz="2869" b="1" spc="62" baseline="1089" dirty="0">
                <a:latin typeface="Trebuchet MS"/>
                <a:cs typeface="Trebuchet MS"/>
              </a:rPr>
              <a:t>from</a:t>
            </a:r>
            <a:r>
              <a:rPr sz="2869" b="1" spc="-56" baseline="1089" dirty="0">
                <a:latin typeface="Trebuchet MS"/>
                <a:cs typeface="Trebuchet MS"/>
              </a:rPr>
              <a:t> </a:t>
            </a:r>
            <a:r>
              <a:rPr sz="2869" b="1" spc="-33" baseline="1089" dirty="0">
                <a:latin typeface="Trebuchet MS"/>
                <a:cs typeface="Trebuchet MS"/>
              </a:rPr>
              <a:t>x</a:t>
            </a:r>
            <a:r>
              <a:rPr sz="1856" b="1" spc="-33" baseline="26936" dirty="0">
                <a:latin typeface="Trebuchet MS"/>
                <a:cs typeface="Trebuchet MS"/>
              </a:rPr>
              <a:t>(1)</a:t>
            </a:r>
            <a:r>
              <a:rPr sz="2869" b="1" spc="-33" baseline="1089" dirty="0">
                <a:latin typeface="Trebuchet MS"/>
                <a:cs typeface="Trebuchet MS"/>
              </a:rPr>
              <a:t>,</a:t>
            </a:r>
            <a:r>
              <a:rPr sz="2869" b="1" spc="-50" baseline="1089" dirty="0">
                <a:latin typeface="Trebuchet MS"/>
                <a:cs typeface="Trebuchet MS"/>
              </a:rPr>
              <a:t> </a:t>
            </a:r>
            <a:r>
              <a:rPr sz="2869" b="1" spc="281" baseline="1089" dirty="0">
                <a:latin typeface="Trebuchet MS"/>
                <a:cs typeface="Trebuchet MS"/>
              </a:rPr>
              <a:t>…,</a:t>
            </a:r>
            <a:r>
              <a:rPr sz="2869" b="1" spc="-50" baseline="1089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x</a:t>
            </a:r>
            <a:r>
              <a:rPr sz="1856" b="1" baseline="26936" dirty="0">
                <a:latin typeface="Trebuchet MS"/>
                <a:cs typeface="Trebuchet MS"/>
              </a:rPr>
              <a:t>(n)</a:t>
            </a:r>
            <a:r>
              <a:rPr sz="1856" b="1" spc="264" baseline="26936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~</a:t>
            </a:r>
            <a:r>
              <a:rPr sz="2869" b="1" spc="-45" baseline="1089" dirty="0">
                <a:latin typeface="Trebuchet MS"/>
                <a:cs typeface="Trebuchet MS"/>
              </a:rPr>
              <a:t> </a:t>
            </a:r>
            <a:r>
              <a:rPr sz="2869" b="1" spc="-11" baseline="1089" dirty="0">
                <a:latin typeface="Trebuchet MS"/>
                <a:cs typeface="Trebuchet MS"/>
              </a:rPr>
              <a:t>p</a:t>
            </a:r>
            <a:r>
              <a:rPr sz="1856" b="1" spc="-11" baseline="-16835" dirty="0">
                <a:latin typeface="Trebuchet MS"/>
                <a:cs typeface="Trebuchet MS"/>
              </a:rPr>
              <a:t>data</a:t>
            </a:r>
            <a:r>
              <a:rPr sz="2869" b="1" spc="-11" baseline="1089" dirty="0">
                <a:latin typeface="Trebuchet MS"/>
                <a:cs typeface="Trebuchet MS"/>
              </a:rPr>
              <a:t>(x)</a:t>
            </a:r>
            <a:endParaRPr sz="2869" baseline="1089" dirty="0">
              <a:latin typeface="Trebuchet MS"/>
              <a:cs typeface="Trebuchet MS"/>
            </a:endParaRPr>
          </a:p>
          <a:p>
            <a:pPr>
              <a:spcBef>
                <a:spcPts val="1665"/>
              </a:spcBef>
              <a:buFont typeface="Arial"/>
              <a:buChar char="•"/>
            </a:pPr>
            <a:endParaRPr sz="1913" dirty="0">
              <a:latin typeface="Trebuchet MS"/>
              <a:cs typeface="Trebuchet MS"/>
            </a:endParaRPr>
          </a:p>
          <a:p>
            <a:pPr marL="219075" indent="-171450">
              <a:buFont typeface="Arial"/>
              <a:buChar char="•"/>
              <a:tabLst>
                <a:tab pos="219075" algn="l"/>
              </a:tabLst>
            </a:pPr>
            <a:r>
              <a:rPr sz="1950" spc="113" dirty="0">
                <a:latin typeface="Trebuchet MS"/>
                <a:cs typeface="Trebuchet MS"/>
              </a:rPr>
              <a:t>Now</a:t>
            </a:r>
            <a:r>
              <a:rPr sz="1950" spc="-30" dirty="0">
                <a:latin typeface="Trebuchet MS"/>
                <a:cs typeface="Trebuchet MS"/>
              </a:rPr>
              <a:t> </a:t>
            </a:r>
            <a:r>
              <a:rPr sz="1950" spc="86" dirty="0">
                <a:latin typeface="Trebuchet MS"/>
                <a:cs typeface="Trebuchet MS"/>
              </a:rPr>
              <a:t>we</a:t>
            </a:r>
            <a:r>
              <a:rPr sz="1950" spc="-15" dirty="0">
                <a:latin typeface="Trebuchet MS"/>
                <a:cs typeface="Trebuchet MS"/>
              </a:rPr>
              <a:t> </a:t>
            </a:r>
            <a:r>
              <a:rPr sz="1950" spc="-26" dirty="0">
                <a:latin typeface="Trebuchet MS"/>
                <a:cs typeface="Trebuchet MS"/>
              </a:rPr>
              <a:t>introduce</a:t>
            </a:r>
            <a:r>
              <a:rPr sz="1950" spc="-19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function</a:t>
            </a:r>
            <a:r>
              <a:rPr sz="2869" b="1" spc="-17" baseline="1089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approximation</a:t>
            </a:r>
            <a:r>
              <a:rPr sz="1950" dirty="0">
                <a:latin typeface="Trebuchet MS"/>
                <a:cs typeface="Trebuchet MS"/>
              </a:rPr>
              <a:t>:</a:t>
            </a:r>
            <a:r>
              <a:rPr sz="1950" spc="-23" dirty="0">
                <a:latin typeface="Trebuchet MS"/>
                <a:cs typeface="Trebuchet MS"/>
              </a:rPr>
              <a:t> </a:t>
            </a:r>
            <a:r>
              <a:rPr sz="1950" spc="-49" dirty="0">
                <a:latin typeface="Trebuchet MS"/>
                <a:cs typeface="Trebuchet MS"/>
              </a:rPr>
              <a:t>learn</a:t>
            </a:r>
            <a:r>
              <a:rPr sz="1950" spc="-1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θ</a:t>
            </a:r>
            <a:r>
              <a:rPr sz="1950" spc="-23" dirty="0">
                <a:latin typeface="Trebuchet MS"/>
                <a:cs typeface="Trebuchet MS"/>
              </a:rPr>
              <a:t> </a:t>
            </a:r>
            <a:r>
              <a:rPr sz="1950" spc="109" dirty="0">
                <a:latin typeface="Trebuchet MS"/>
                <a:cs typeface="Trebuchet MS"/>
              </a:rPr>
              <a:t>so</a:t>
            </a:r>
            <a:r>
              <a:rPr sz="1950" spc="-19" dirty="0">
                <a:latin typeface="Trebuchet MS"/>
                <a:cs typeface="Trebuchet MS"/>
              </a:rPr>
              <a:t> </a:t>
            </a:r>
            <a:r>
              <a:rPr sz="1950" spc="-71" dirty="0">
                <a:latin typeface="Trebuchet MS"/>
                <a:cs typeface="Trebuchet MS"/>
              </a:rPr>
              <a:t>that</a:t>
            </a:r>
            <a:r>
              <a:rPr sz="1950" spc="-26" dirty="0">
                <a:latin typeface="Trebuchet MS"/>
                <a:cs typeface="Trebuchet MS"/>
              </a:rPr>
              <a:t> </a:t>
            </a:r>
            <a:r>
              <a:rPr sz="1950" spc="-64" dirty="0">
                <a:latin typeface="Trebuchet MS"/>
                <a:cs typeface="Trebuchet MS"/>
              </a:rPr>
              <a:t>p</a:t>
            </a:r>
            <a:r>
              <a:rPr sz="1913" spc="-95" baseline="-16339" dirty="0">
                <a:latin typeface="Trebuchet MS"/>
                <a:cs typeface="Trebuchet MS"/>
              </a:rPr>
              <a:t>θ</a:t>
            </a:r>
            <a:r>
              <a:rPr sz="1950" spc="-64" dirty="0">
                <a:latin typeface="Trebuchet MS"/>
                <a:cs typeface="Trebuchet MS"/>
              </a:rPr>
              <a:t>(x)</a:t>
            </a:r>
            <a:r>
              <a:rPr sz="1950" spc="-23" dirty="0">
                <a:latin typeface="Trebuchet MS"/>
                <a:cs typeface="Trebuchet MS"/>
              </a:rPr>
              <a:t> </a:t>
            </a:r>
            <a:r>
              <a:rPr sz="1950" spc="-214" dirty="0">
                <a:latin typeface="DejaVu Sans"/>
                <a:cs typeface="DejaVu Sans"/>
              </a:rPr>
              <a:t>≈</a:t>
            </a:r>
            <a:r>
              <a:rPr sz="1950" spc="-56" dirty="0">
                <a:latin typeface="DejaVu Sans"/>
                <a:cs typeface="DejaVu San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p</a:t>
            </a:r>
            <a:r>
              <a:rPr sz="1913" spc="-11" baseline="-16339" dirty="0">
                <a:latin typeface="Trebuchet MS"/>
                <a:cs typeface="Trebuchet MS"/>
              </a:rPr>
              <a:t>data</a:t>
            </a:r>
            <a:r>
              <a:rPr sz="1950" spc="-8" dirty="0">
                <a:latin typeface="Trebuchet MS"/>
                <a:cs typeface="Trebuchet MS"/>
              </a:rPr>
              <a:t>(x).</a:t>
            </a:r>
            <a:endParaRPr sz="1950" dirty="0">
              <a:latin typeface="Trebuchet MS"/>
              <a:cs typeface="Trebuchet MS"/>
            </a:endParaRPr>
          </a:p>
          <a:p>
            <a:pPr marL="561023" marR="608648" lvl="1" indent="-170497">
              <a:lnSpc>
                <a:spcPts val="2325"/>
              </a:lnSpc>
              <a:spcBef>
                <a:spcPts val="829"/>
              </a:spcBef>
              <a:buSzPct val="76923"/>
              <a:buFont typeface="Carlito"/>
              <a:buChar char="–"/>
              <a:tabLst>
                <a:tab pos="561975" algn="l"/>
              </a:tabLst>
            </a:pPr>
            <a:r>
              <a:rPr sz="1950" spc="105" dirty="0">
                <a:latin typeface="Trebuchet MS"/>
                <a:cs typeface="Trebuchet MS"/>
              </a:rPr>
              <a:t>How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do</a:t>
            </a:r>
            <a:r>
              <a:rPr sz="1950" spc="-41" dirty="0">
                <a:latin typeface="Trebuchet MS"/>
                <a:cs typeface="Trebuchet MS"/>
              </a:rPr>
              <a:t> </a:t>
            </a:r>
            <a:r>
              <a:rPr sz="1950" spc="86" dirty="0">
                <a:latin typeface="Trebuchet MS"/>
                <a:cs typeface="Trebuchet MS"/>
              </a:rPr>
              <a:t>we</a:t>
            </a:r>
            <a:r>
              <a:rPr sz="1950" spc="-41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design</a:t>
            </a:r>
            <a:r>
              <a:rPr sz="1950" spc="-41" dirty="0">
                <a:latin typeface="Trebuchet MS"/>
                <a:cs typeface="Trebuchet MS"/>
              </a:rPr>
              <a:t> </a:t>
            </a:r>
            <a:r>
              <a:rPr lang="en-US" sz="1950" spc="-41" dirty="0">
                <a:latin typeface="Trebuchet MS"/>
                <a:cs typeface="Trebuchet MS"/>
              </a:rPr>
              <a:t>easy-to-train </a:t>
            </a:r>
            <a:r>
              <a:rPr sz="1950" spc="-26" dirty="0">
                <a:latin typeface="Trebuchet MS"/>
                <a:cs typeface="Trebuchet MS"/>
              </a:rPr>
              <a:t>function</a:t>
            </a:r>
            <a:r>
              <a:rPr sz="1950" spc="-41" dirty="0">
                <a:latin typeface="Trebuchet MS"/>
                <a:cs typeface="Trebuchet MS"/>
              </a:rPr>
              <a:t> </a:t>
            </a:r>
            <a:r>
              <a:rPr sz="1950" spc="-19" dirty="0">
                <a:latin typeface="Trebuchet MS"/>
                <a:cs typeface="Trebuchet MS"/>
              </a:rPr>
              <a:t>approximators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to</a:t>
            </a:r>
            <a:r>
              <a:rPr sz="1950" spc="-41" dirty="0">
                <a:latin typeface="Trebuchet MS"/>
                <a:cs typeface="Trebuchet MS"/>
              </a:rPr>
              <a:t> </a:t>
            </a:r>
            <a:r>
              <a:rPr sz="1950" spc="-38" dirty="0">
                <a:latin typeface="Trebuchet MS"/>
                <a:cs typeface="Trebuchet MS"/>
              </a:rPr>
              <a:t>effectively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represent </a:t>
            </a:r>
            <a:r>
              <a:rPr sz="1950" dirty="0">
                <a:latin typeface="Trebuchet MS"/>
                <a:cs typeface="Trebuchet MS"/>
              </a:rPr>
              <a:t>complex</a:t>
            </a:r>
            <a:r>
              <a:rPr sz="1950" spc="-131" dirty="0">
                <a:latin typeface="Trebuchet MS"/>
                <a:cs typeface="Trebuchet MS"/>
              </a:rPr>
              <a:t> </a:t>
            </a:r>
            <a:r>
              <a:rPr sz="1950" spc="-98" dirty="0">
                <a:latin typeface="Trebuchet MS"/>
                <a:cs typeface="Trebuchet MS"/>
              </a:rPr>
              <a:t>joint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spc="-23" dirty="0">
                <a:latin typeface="Trebuchet MS"/>
                <a:cs typeface="Trebuchet MS"/>
              </a:rPr>
              <a:t>distributions</a:t>
            </a:r>
            <a:r>
              <a:rPr sz="1950" spc="-7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over</a:t>
            </a:r>
            <a:r>
              <a:rPr sz="1950" spc="-83" dirty="0">
                <a:latin typeface="Trebuchet MS"/>
                <a:cs typeface="Trebuchet MS"/>
              </a:rPr>
              <a:t> </a:t>
            </a:r>
            <a:r>
              <a:rPr sz="1950" spc="-86" dirty="0">
                <a:latin typeface="Trebuchet MS"/>
                <a:cs typeface="Trebuchet MS"/>
              </a:rPr>
              <a:t>x</a:t>
            </a:r>
            <a:r>
              <a:rPr sz="1950" spc="-8" dirty="0">
                <a:latin typeface="Trebuchet MS"/>
                <a:cs typeface="Trebuchet MS"/>
              </a:rPr>
              <a:t>?</a:t>
            </a:r>
            <a:endParaRPr sz="1950" dirty="0">
              <a:latin typeface="Trebuchet MS"/>
              <a:cs typeface="Trebuchet MS"/>
            </a:endParaRPr>
          </a:p>
          <a:p>
            <a:pPr marL="561023" marR="772001" lvl="1" indent="-170497">
              <a:lnSpc>
                <a:spcPct val="102299"/>
              </a:lnSpc>
              <a:spcBef>
                <a:spcPts val="608"/>
              </a:spcBef>
              <a:buSzPct val="76923"/>
              <a:buFont typeface="Carlito"/>
              <a:buChar char="–"/>
              <a:tabLst>
                <a:tab pos="561975" algn="l"/>
              </a:tabLst>
            </a:pPr>
            <a:r>
              <a:rPr sz="1950" spc="-8" dirty="0">
                <a:latin typeface="Trebuchet MS"/>
                <a:cs typeface="Trebuchet MS"/>
              </a:rPr>
              <a:t>There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53" dirty="0">
                <a:latin typeface="Trebuchet MS"/>
                <a:cs typeface="Trebuchet MS"/>
              </a:rPr>
              <a:t>will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be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many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choices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spc="-34" dirty="0">
                <a:latin typeface="Trebuchet MS"/>
                <a:cs typeface="Trebuchet MS"/>
              </a:rPr>
              <a:t>for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model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design,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each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with</a:t>
            </a:r>
            <a:r>
              <a:rPr sz="1950" spc="-45" dirty="0">
                <a:latin typeface="Trebuchet MS"/>
                <a:cs typeface="Trebuchet MS"/>
              </a:rPr>
              <a:t> </a:t>
            </a:r>
            <a:r>
              <a:rPr sz="1950" spc="-30" dirty="0">
                <a:latin typeface="Trebuchet MS"/>
                <a:cs typeface="Trebuchet MS"/>
              </a:rPr>
              <a:t>different 	</a:t>
            </a:r>
            <a:r>
              <a:rPr sz="1950" spc="-19" dirty="0">
                <a:latin typeface="Trebuchet MS"/>
                <a:cs typeface="Trebuchet MS"/>
              </a:rPr>
              <a:t>tradeoffs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and</a:t>
            </a:r>
            <a:r>
              <a:rPr sz="1950" spc="-83" dirty="0">
                <a:latin typeface="Trebuchet MS"/>
                <a:cs typeface="Trebuchet MS"/>
              </a:rPr>
              <a:t> </a:t>
            </a:r>
            <a:r>
              <a:rPr sz="1950" spc="-49" dirty="0">
                <a:latin typeface="Trebuchet MS"/>
                <a:cs typeface="Trebuchet MS"/>
              </a:rPr>
              <a:t>different</a:t>
            </a:r>
            <a:r>
              <a:rPr sz="1950" spc="-90" dirty="0">
                <a:latin typeface="Trebuchet MS"/>
                <a:cs typeface="Trebuchet MS"/>
              </a:rPr>
              <a:t> </a:t>
            </a:r>
            <a:r>
              <a:rPr sz="1950" spc="-53" dirty="0">
                <a:latin typeface="Trebuchet MS"/>
                <a:cs typeface="Trebuchet MS"/>
              </a:rPr>
              <a:t>compatibility</a:t>
            </a:r>
            <a:r>
              <a:rPr sz="1950" spc="-86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criteria.</a:t>
            </a:r>
            <a:endParaRPr sz="1950" dirty="0">
              <a:latin typeface="Trebuchet MS"/>
              <a:cs typeface="Trebuchet MS"/>
            </a:endParaRPr>
          </a:p>
          <a:p>
            <a:pPr lvl="1">
              <a:spcBef>
                <a:spcPts val="1586"/>
              </a:spcBef>
              <a:buFont typeface="Carlito"/>
              <a:buChar char="–"/>
            </a:pPr>
            <a:endParaRPr sz="1950" dirty="0">
              <a:latin typeface="Trebuchet MS"/>
              <a:cs typeface="Trebuchet MS"/>
            </a:endParaRPr>
          </a:p>
          <a:p>
            <a:pPr marL="219075" indent="-171450">
              <a:spcBef>
                <a:spcPts val="4"/>
              </a:spcBef>
              <a:buSzPct val="101960"/>
              <a:buFont typeface="Arial"/>
              <a:buChar char="•"/>
              <a:tabLst>
                <a:tab pos="219075" algn="l"/>
              </a:tabLst>
            </a:pPr>
            <a:r>
              <a:rPr sz="2869" b="1" spc="129" baseline="1089" dirty="0">
                <a:latin typeface="Trebuchet MS"/>
                <a:cs typeface="Trebuchet MS"/>
              </a:rPr>
              <a:t>Designing</a:t>
            </a:r>
            <a:r>
              <a:rPr sz="2869" b="1" spc="5" baseline="1089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the</a:t>
            </a:r>
            <a:r>
              <a:rPr sz="2869" b="1" spc="17" baseline="1089" dirty="0">
                <a:latin typeface="Trebuchet MS"/>
                <a:cs typeface="Trebuchet MS"/>
              </a:rPr>
              <a:t> </a:t>
            </a:r>
            <a:r>
              <a:rPr sz="2869" b="1" spc="95" baseline="1089" dirty="0">
                <a:latin typeface="Trebuchet MS"/>
                <a:cs typeface="Trebuchet MS"/>
              </a:rPr>
              <a:t>model</a:t>
            </a:r>
            <a:r>
              <a:rPr sz="2869" b="1" spc="11" baseline="1089" dirty="0">
                <a:latin typeface="Trebuchet MS"/>
                <a:cs typeface="Trebuchet MS"/>
              </a:rPr>
              <a:t> </a:t>
            </a:r>
            <a:r>
              <a:rPr sz="2869" b="1" spc="95" baseline="1089" dirty="0">
                <a:latin typeface="Trebuchet MS"/>
                <a:cs typeface="Trebuchet MS"/>
              </a:rPr>
              <a:t>and</a:t>
            </a:r>
            <a:r>
              <a:rPr sz="2869" b="1" spc="11" baseline="1089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the</a:t>
            </a:r>
            <a:r>
              <a:rPr sz="2869" b="1" spc="23" baseline="1089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training</a:t>
            </a:r>
            <a:r>
              <a:rPr sz="2869" b="1" spc="11" baseline="1089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procedure</a:t>
            </a:r>
            <a:r>
              <a:rPr sz="2869" b="1" spc="11" baseline="1089" dirty="0">
                <a:latin typeface="Trebuchet MS"/>
                <a:cs typeface="Trebuchet MS"/>
              </a:rPr>
              <a:t> </a:t>
            </a:r>
            <a:r>
              <a:rPr sz="2869" b="1" spc="248" baseline="1089" dirty="0">
                <a:latin typeface="Trebuchet MS"/>
                <a:cs typeface="Trebuchet MS"/>
              </a:rPr>
              <a:t>go</a:t>
            </a:r>
            <a:r>
              <a:rPr sz="2869" b="1" spc="11" baseline="1089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hand-</a:t>
            </a:r>
            <a:r>
              <a:rPr sz="2869" b="1" spc="-23" baseline="1089" dirty="0">
                <a:latin typeface="Trebuchet MS"/>
                <a:cs typeface="Trebuchet MS"/>
              </a:rPr>
              <a:t>in-</a:t>
            </a:r>
            <a:r>
              <a:rPr sz="2869" b="1" spc="-11" baseline="1089" dirty="0">
                <a:latin typeface="Trebuchet MS"/>
                <a:cs typeface="Trebuchet MS"/>
              </a:rPr>
              <a:t>hand.</a:t>
            </a:r>
            <a:endParaRPr sz="2869" baseline="1089" dirty="0">
              <a:latin typeface="Trebuchet MS"/>
              <a:cs typeface="Trebuchet M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19E493E-B81A-76E0-3C59-7867DF255059}"/>
                  </a:ext>
                </a:extLst>
              </p14:cNvPr>
              <p14:cNvContentPartPr/>
              <p14:nvPr/>
            </p14:nvContentPartPr>
            <p14:xfrm>
              <a:off x="675720" y="438120"/>
              <a:ext cx="8322480" cy="4781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19E493E-B81A-76E0-3C59-7867DF2550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6360" y="428760"/>
                <a:ext cx="8341200" cy="4799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86" dirty="0"/>
              <a:t>Fitting</a:t>
            </a:r>
            <a:r>
              <a:rPr lang="en-IN" spc="-79" dirty="0"/>
              <a:t> </a:t>
            </a:r>
            <a:r>
              <a:rPr lang="en-IN" spc="94" dirty="0"/>
              <a:t>distributions</a:t>
            </a:r>
            <a:endParaRPr lang="en-IN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4763" rIns="0" bIns="0" rtlCol="0" anchor="ctr" anchorCtr="0">
            <a:spAutoFit/>
          </a:bodyPr>
          <a:lstStyle/>
          <a:p>
            <a:pPr marL="106680">
              <a:spcBef>
                <a:spcPts val="38"/>
              </a:spcBef>
            </a:pPr>
            <a:r>
              <a:rPr spc="-19" dirty="0"/>
              <a:t>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6290" y="908684"/>
            <a:ext cx="7048500" cy="1206099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90500" indent="-171450">
              <a:spcBef>
                <a:spcPts val="885"/>
              </a:spcBef>
              <a:buFont typeface="Arial"/>
              <a:buChar char="•"/>
              <a:tabLst>
                <a:tab pos="190500" algn="l"/>
              </a:tabLst>
            </a:pPr>
            <a:r>
              <a:rPr sz="1950" dirty="0">
                <a:latin typeface="Trebuchet MS"/>
                <a:cs typeface="Trebuchet MS"/>
              </a:rPr>
              <a:t>Given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spc="-49" dirty="0">
                <a:latin typeface="Trebuchet MS"/>
                <a:cs typeface="Trebuchet MS"/>
              </a:rPr>
              <a:t>data</a:t>
            </a:r>
            <a:r>
              <a:rPr sz="1950" spc="-68" dirty="0">
                <a:latin typeface="Trebuchet MS"/>
                <a:cs typeface="Trebuchet MS"/>
              </a:rPr>
              <a:t> </a:t>
            </a:r>
            <a:r>
              <a:rPr sz="2869" b="1" spc="-33" baseline="1089" dirty="0">
                <a:latin typeface="Trebuchet MS"/>
                <a:cs typeface="Trebuchet MS"/>
              </a:rPr>
              <a:t>x</a:t>
            </a:r>
            <a:r>
              <a:rPr sz="1856" b="1" spc="-33" baseline="26936" dirty="0">
                <a:latin typeface="Trebuchet MS"/>
                <a:cs typeface="Trebuchet MS"/>
              </a:rPr>
              <a:t>(1)</a:t>
            </a:r>
            <a:r>
              <a:rPr sz="2869" b="1" spc="-33" baseline="1089" dirty="0">
                <a:latin typeface="Trebuchet MS"/>
                <a:cs typeface="Trebuchet MS"/>
              </a:rPr>
              <a:t>,</a:t>
            </a:r>
            <a:r>
              <a:rPr sz="2869" b="1" spc="-84" baseline="1089" dirty="0">
                <a:latin typeface="Trebuchet MS"/>
                <a:cs typeface="Trebuchet MS"/>
              </a:rPr>
              <a:t> </a:t>
            </a:r>
            <a:r>
              <a:rPr sz="2869" b="1" spc="281" baseline="1089" dirty="0">
                <a:latin typeface="Trebuchet MS"/>
                <a:cs typeface="Trebuchet MS"/>
              </a:rPr>
              <a:t>…,</a:t>
            </a:r>
            <a:r>
              <a:rPr sz="2869" b="1" spc="-78" baseline="1089" dirty="0">
                <a:latin typeface="Trebuchet MS"/>
                <a:cs typeface="Trebuchet MS"/>
              </a:rPr>
              <a:t> </a:t>
            </a:r>
            <a:r>
              <a:rPr sz="2869" b="1" baseline="1089" dirty="0">
                <a:latin typeface="Trebuchet MS"/>
                <a:cs typeface="Trebuchet MS"/>
              </a:rPr>
              <a:t>x</a:t>
            </a:r>
            <a:r>
              <a:rPr sz="1856" b="1" baseline="26936" dirty="0">
                <a:latin typeface="Trebuchet MS"/>
                <a:cs typeface="Trebuchet MS"/>
              </a:rPr>
              <a:t>(n)</a:t>
            </a:r>
            <a:r>
              <a:rPr sz="1856" b="1" spc="236" baseline="26936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sampled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from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</a:t>
            </a:r>
            <a:r>
              <a:rPr sz="1950" spc="-68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“true”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41" dirty="0">
                <a:latin typeface="Trebuchet MS"/>
                <a:cs typeface="Trebuchet MS"/>
              </a:rPr>
              <a:t>distribution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p</a:t>
            </a:r>
            <a:r>
              <a:rPr sz="1913" spc="-11" baseline="-16339" dirty="0">
                <a:latin typeface="Trebuchet MS"/>
                <a:cs typeface="Trebuchet MS"/>
              </a:rPr>
              <a:t>data</a:t>
            </a:r>
            <a:endParaRPr sz="1913" baseline="-16339" dirty="0">
              <a:latin typeface="Trebuchet MS"/>
              <a:cs typeface="Trebuchet MS"/>
            </a:endParaRPr>
          </a:p>
          <a:p>
            <a:pPr marL="190500" indent="-171450">
              <a:spcBef>
                <a:spcPts val="810"/>
              </a:spcBef>
              <a:buFont typeface="Arial"/>
              <a:buChar char="•"/>
              <a:tabLst>
                <a:tab pos="190500" algn="l"/>
              </a:tabLst>
            </a:pPr>
            <a:r>
              <a:rPr sz="1950" spc="49" dirty="0">
                <a:latin typeface="Trebuchet MS"/>
                <a:cs typeface="Trebuchet MS"/>
              </a:rPr>
              <a:t>Set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up</a:t>
            </a:r>
            <a:r>
              <a:rPr sz="1950" spc="-56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model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class: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set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of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spc="-34" dirty="0">
                <a:latin typeface="Trebuchet MS"/>
                <a:cs typeface="Trebuchet MS"/>
              </a:rPr>
              <a:t>parameterized</a:t>
            </a:r>
            <a:r>
              <a:rPr sz="1950" spc="-56" dirty="0">
                <a:latin typeface="Trebuchet MS"/>
                <a:cs typeface="Trebuchet MS"/>
              </a:rPr>
              <a:t> </a:t>
            </a:r>
            <a:r>
              <a:rPr sz="1950" spc="-23" dirty="0">
                <a:latin typeface="Trebuchet MS"/>
                <a:cs typeface="Trebuchet MS"/>
              </a:rPr>
              <a:t>distributions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spc="-19" dirty="0">
                <a:latin typeface="Trebuchet MS"/>
                <a:cs typeface="Trebuchet MS"/>
              </a:rPr>
              <a:t>p</a:t>
            </a:r>
            <a:r>
              <a:rPr sz="1913" spc="-28" baseline="-16339" dirty="0">
                <a:latin typeface="Trebuchet MS"/>
                <a:cs typeface="Trebuchet MS"/>
              </a:rPr>
              <a:t>θ</a:t>
            </a:r>
            <a:endParaRPr sz="1913" baseline="-16339" dirty="0">
              <a:latin typeface="Trebuchet MS"/>
              <a:cs typeface="Trebuchet MS"/>
            </a:endParaRPr>
          </a:p>
          <a:p>
            <a:pPr marL="190500" indent="-171450">
              <a:spcBef>
                <a:spcPts val="735"/>
              </a:spcBef>
              <a:buFont typeface="Arial"/>
              <a:buChar char="•"/>
              <a:tabLst>
                <a:tab pos="190500" algn="l"/>
              </a:tabLst>
            </a:pPr>
            <a:r>
              <a:rPr lang="en-US" sz="1950" spc="83" dirty="0">
                <a:latin typeface="Trebuchet MS"/>
                <a:cs typeface="Trebuchet MS"/>
              </a:rPr>
              <a:t>Formulate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a</a:t>
            </a:r>
            <a:r>
              <a:rPr sz="1950" spc="-64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search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problem</a:t>
            </a:r>
            <a:r>
              <a:rPr sz="1950" spc="-60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over</a:t>
            </a:r>
            <a:r>
              <a:rPr sz="1950" spc="-68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parameters</a:t>
            </a:r>
            <a:endParaRPr sz="195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6290" y="2660752"/>
            <a:ext cx="8705374" cy="2080281"/>
          </a:xfrm>
          <a:prstGeom prst="rect">
            <a:avLst/>
          </a:prstGeom>
        </p:spPr>
        <p:txBody>
          <a:bodyPr vert="horz" wrap="square" lIns="0" tIns="109061" rIns="0" bIns="0" rtlCol="0">
            <a:spAutoFit/>
          </a:bodyPr>
          <a:lstStyle/>
          <a:p>
            <a:pPr marL="190500" indent="-171450">
              <a:spcBef>
                <a:spcPts val="859"/>
              </a:spcBef>
              <a:buFont typeface="Arial"/>
              <a:buChar char="•"/>
              <a:tabLst>
                <a:tab pos="190500" algn="l"/>
              </a:tabLst>
            </a:pPr>
            <a:r>
              <a:rPr sz="1950" dirty="0">
                <a:latin typeface="Trebuchet MS"/>
                <a:cs typeface="Trebuchet MS"/>
              </a:rPr>
              <a:t>Want</a:t>
            </a:r>
            <a:r>
              <a:rPr sz="1950" spc="-56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the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spc="60" dirty="0">
                <a:latin typeface="Trebuchet MS"/>
                <a:cs typeface="Trebuchet MS"/>
              </a:rPr>
              <a:t>loss</a:t>
            </a:r>
            <a:r>
              <a:rPr sz="1950" spc="-53" dirty="0">
                <a:latin typeface="Trebuchet MS"/>
                <a:cs typeface="Trebuchet MS"/>
              </a:rPr>
              <a:t> </a:t>
            </a:r>
            <a:r>
              <a:rPr sz="1950" spc="-26" dirty="0">
                <a:latin typeface="Trebuchet MS"/>
                <a:cs typeface="Trebuchet MS"/>
              </a:rPr>
              <a:t>function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spc="255" dirty="0">
                <a:latin typeface="Trebuchet MS"/>
                <a:cs typeface="Trebuchet MS"/>
              </a:rPr>
              <a:t>+</a:t>
            </a:r>
            <a:r>
              <a:rPr sz="1950" spc="-53" dirty="0">
                <a:latin typeface="Trebuchet MS"/>
                <a:cs typeface="Trebuchet MS"/>
              </a:rPr>
              <a:t> </a:t>
            </a:r>
            <a:r>
              <a:rPr sz="1950" dirty="0">
                <a:latin typeface="Trebuchet MS"/>
                <a:cs typeface="Trebuchet MS"/>
              </a:rPr>
              <a:t>search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spc="-8" dirty="0">
                <a:latin typeface="Trebuchet MS"/>
                <a:cs typeface="Trebuchet MS"/>
              </a:rPr>
              <a:t>procedure</a:t>
            </a:r>
            <a:r>
              <a:rPr sz="1950" spc="-49" dirty="0">
                <a:latin typeface="Trebuchet MS"/>
                <a:cs typeface="Trebuchet MS"/>
              </a:rPr>
              <a:t> </a:t>
            </a:r>
            <a:r>
              <a:rPr sz="1950" spc="-19" dirty="0">
                <a:latin typeface="Trebuchet MS"/>
                <a:cs typeface="Trebuchet MS"/>
              </a:rPr>
              <a:t>to:</a:t>
            </a:r>
            <a:endParaRPr sz="1950" dirty="0">
              <a:latin typeface="Trebuchet MS"/>
              <a:cs typeface="Trebuchet MS"/>
            </a:endParaRPr>
          </a:p>
          <a:p>
            <a:pPr marL="532924" lvl="1" indent="-342424">
              <a:spcBef>
                <a:spcPts val="727"/>
              </a:spcBef>
              <a:buSzPct val="75000"/>
              <a:buFont typeface="Carlito"/>
              <a:buChar char="–"/>
              <a:tabLst>
                <a:tab pos="532924" algn="l"/>
              </a:tabLst>
            </a:pPr>
            <a:r>
              <a:rPr spc="38" dirty="0">
                <a:latin typeface="Trebuchet MS"/>
                <a:cs typeface="Trebuchet MS"/>
              </a:rPr>
              <a:t>Work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with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-26" dirty="0">
                <a:latin typeface="Trebuchet MS"/>
                <a:cs typeface="Trebuchet MS"/>
              </a:rPr>
              <a:t>large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datasets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-71" dirty="0">
                <a:latin typeface="Trebuchet MS"/>
                <a:cs typeface="Trebuchet MS"/>
              </a:rPr>
              <a:t>(n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is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-60" dirty="0">
                <a:latin typeface="Trebuchet MS"/>
                <a:cs typeface="Trebuchet MS"/>
              </a:rPr>
              <a:t>large,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41" dirty="0">
                <a:latin typeface="Trebuchet MS"/>
                <a:cs typeface="Trebuchet MS"/>
              </a:rPr>
              <a:t>say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millions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of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spc="-49" dirty="0">
                <a:latin typeface="Trebuchet MS"/>
                <a:cs typeface="Trebuchet MS"/>
              </a:rPr>
              <a:t>training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examples)</a:t>
            </a:r>
            <a:endParaRPr dirty="0">
              <a:latin typeface="Trebuchet MS"/>
              <a:cs typeface="Trebuchet MS"/>
            </a:endParaRPr>
          </a:p>
          <a:p>
            <a:pPr marL="533400" marR="272415" lvl="1" indent="-342900">
              <a:lnSpc>
                <a:spcPts val="2108"/>
              </a:lnSpc>
              <a:spcBef>
                <a:spcPts val="889"/>
              </a:spcBef>
              <a:buSzPct val="75000"/>
              <a:buFont typeface="Carlito"/>
              <a:buChar char="–"/>
              <a:tabLst>
                <a:tab pos="533400" algn="l"/>
              </a:tabLst>
            </a:pPr>
            <a:r>
              <a:rPr spc="-34" dirty="0">
                <a:latin typeface="Trebuchet MS"/>
                <a:cs typeface="Trebuchet MS"/>
              </a:rPr>
              <a:t>Yield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θ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45" dirty="0">
                <a:latin typeface="Trebuchet MS"/>
                <a:cs typeface="Trebuchet MS"/>
              </a:rPr>
              <a:t>such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-64" dirty="0">
                <a:latin typeface="Trebuchet MS"/>
                <a:cs typeface="Trebuchet MS"/>
              </a:rPr>
              <a:t>that </a:t>
            </a:r>
            <a:r>
              <a:rPr dirty="0">
                <a:latin typeface="Trebuchet MS"/>
                <a:cs typeface="Trebuchet MS"/>
              </a:rPr>
              <a:t>p</a:t>
            </a:r>
            <a:r>
              <a:rPr baseline="-17361" dirty="0">
                <a:latin typeface="Trebuchet MS"/>
                <a:cs typeface="Trebuchet MS"/>
              </a:rPr>
              <a:t>θ</a:t>
            </a:r>
            <a:r>
              <a:rPr spc="180" baseline="-17361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matches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p</a:t>
            </a:r>
            <a:r>
              <a:rPr baseline="-17361" dirty="0">
                <a:latin typeface="Trebuchet MS"/>
                <a:cs typeface="Trebuchet MS"/>
              </a:rPr>
              <a:t>data</a:t>
            </a:r>
            <a:r>
              <a:rPr spc="174" baseline="-17361" dirty="0">
                <a:latin typeface="Trebuchet MS"/>
                <a:cs typeface="Trebuchet MS"/>
              </a:rPr>
              <a:t> </a:t>
            </a:r>
            <a:r>
              <a:rPr spc="472" dirty="0">
                <a:latin typeface="Trebuchet MS"/>
                <a:cs typeface="Trebuchet MS"/>
              </a:rPr>
              <a:t>—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-116" dirty="0">
                <a:latin typeface="Trebuchet MS"/>
                <a:cs typeface="Trebuchet MS"/>
              </a:rPr>
              <a:t>i.e.</a:t>
            </a:r>
            <a:r>
              <a:rPr spc="-49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-49" dirty="0">
                <a:latin typeface="Trebuchet MS"/>
                <a:cs typeface="Trebuchet MS"/>
              </a:rPr>
              <a:t>training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-26" dirty="0">
                <a:latin typeface="Trebuchet MS"/>
                <a:cs typeface="Trebuchet MS"/>
              </a:rPr>
              <a:t>algorithm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works.</a:t>
            </a:r>
            <a:r>
              <a:rPr i="1" spc="-68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Think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of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56" dirty="0">
                <a:latin typeface="Trebuchet MS"/>
                <a:cs typeface="Trebuchet MS"/>
              </a:rPr>
              <a:t>loss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56" dirty="0">
                <a:latin typeface="Trebuchet MS"/>
                <a:cs typeface="Trebuchet MS"/>
              </a:rPr>
              <a:t>as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distance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between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distributions.</a:t>
            </a:r>
            <a:endParaRPr dirty="0">
              <a:latin typeface="Trebuchet MS"/>
              <a:cs typeface="Trebuchet MS"/>
            </a:endParaRPr>
          </a:p>
          <a:p>
            <a:pPr marL="533400" marR="51435" lvl="1" indent="-342900">
              <a:lnSpc>
                <a:spcPct val="100800"/>
              </a:lnSpc>
              <a:spcBef>
                <a:spcPts val="675"/>
              </a:spcBef>
              <a:buSzPct val="75000"/>
              <a:buFont typeface="Carlito"/>
              <a:buChar char="–"/>
              <a:tabLst>
                <a:tab pos="533400" algn="l"/>
              </a:tabLst>
            </a:pPr>
            <a:r>
              <a:rPr dirty="0">
                <a:latin typeface="Trebuchet MS"/>
                <a:cs typeface="Trebuchet MS"/>
              </a:rPr>
              <a:t>Note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60" dirty="0">
                <a:latin typeface="Trebuchet MS"/>
                <a:cs typeface="Trebuchet MS"/>
              </a:rPr>
              <a:t>that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49" dirty="0">
                <a:latin typeface="Trebuchet MS"/>
                <a:cs typeface="Trebuchet MS"/>
              </a:rPr>
              <a:t>training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procedure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can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only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60" dirty="0">
                <a:latin typeface="Trebuchet MS"/>
                <a:cs typeface="Trebuchet MS"/>
              </a:rPr>
              <a:t>see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71" dirty="0">
                <a:latin typeface="Trebuchet MS"/>
                <a:cs typeface="Trebuchet MS"/>
              </a:rPr>
              <a:t> </a:t>
            </a:r>
            <a:r>
              <a:rPr spc="-41" dirty="0">
                <a:latin typeface="Trebuchet MS"/>
                <a:cs typeface="Trebuchet MS"/>
              </a:rPr>
              <a:t>empirical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49" dirty="0">
                <a:latin typeface="Trebuchet MS"/>
                <a:cs typeface="Trebuchet MS"/>
              </a:rPr>
              <a:t>data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49" dirty="0">
                <a:latin typeface="Trebuchet MS"/>
                <a:cs typeface="Trebuchet MS"/>
              </a:rPr>
              <a:t>distribution,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not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-41" dirty="0">
                <a:latin typeface="Trebuchet MS"/>
                <a:cs typeface="Trebuchet MS"/>
              </a:rPr>
              <a:t>true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49" dirty="0">
                <a:latin typeface="Trebuchet MS"/>
                <a:cs typeface="Trebuchet MS"/>
              </a:rPr>
              <a:t>data</a:t>
            </a:r>
            <a:r>
              <a:rPr spc="-86" dirty="0">
                <a:latin typeface="Trebuchet MS"/>
                <a:cs typeface="Trebuchet MS"/>
              </a:rPr>
              <a:t> </a:t>
            </a:r>
            <a:r>
              <a:rPr spc="-49" dirty="0">
                <a:latin typeface="Trebuchet MS"/>
                <a:cs typeface="Trebuchet MS"/>
              </a:rPr>
              <a:t>distribution: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75" dirty="0">
                <a:latin typeface="Trebuchet MS"/>
                <a:cs typeface="Trebuchet MS"/>
              </a:rPr>
              <a:t>we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want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model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to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generalize.</a:t>
            </a:r>
            <a:endParaRPr dirty="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0" y="2199026"/>
            <a:ext cx="3550158" cy="4572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0D9ED18-F6B1-FB17-A0DF-56DF70E56010}"/>
                  </a:ext>
                </a:extLst>
              </p14:cNvPr>
              <p14:cNvContentPartPr/>
              <p14:nvPr/>
            </p14:nvContentPartPr>
            <p14:xfrm>
              <a:off x="572400" y="186840"/>
              <a:ext cx="8573040" cy="3113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0D9ED18-F6B1-FB17-A0DF-56DF70E560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3040" y="177480"/>
                <a:ext cx="8591760" cy="313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spc="139" dirty="0"/>
              <a:t>Maximum</a:t>
            </a:r>
            <a:r>
              <a:rPr lang="en-IN" spc="-79" dirty="0"/>
              <a:t> </a:t>
            </a:r>
            <a:r>
              <a:rPr lang="en-IN" spc="98" dirty="0"/>
              <a:t>likelihood</a:t>
            </a:r>
            <a:endParaRPr lang="en-IN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4763" rIns="0" bIns="0" rtlCol="0" anchor="ctr" anchorCtr="0">
            <a:spAutoFit/>
          </a:bodyPr>
          <a:lstStyle/>
          <a:p>
            <a:pPr marL="106680">
              <a:spcBef>
                <a:spcPts val="38"/>
              </a:spcBef>
            </a:pPr>
            <a:r>
              <a:rPr spc="-19" dirty="0"/>
              <a:t>21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6765" y="1021460"/>
            <a:ext cx="8679180" cy="2570544"/>
          </a:xfrm>
          <a:prstGeom prst="rect">
            <a:avLst/>
          </a:prstGeom>
        </p:spPr>
        <p:txBody>
          <a:bodyPr vert="horz" wrap="square" lIns="0" tIns="26194" rIns="0" bIns="0" rtlCol="0">
            <a:spAutoFit/>
          </a:bodyPr>
          <a:lstStyle/>
          <a:p>
            <a:pPr marL="200025" marR="176689" indent="-171450">
              <a:lnSpc>
                <a:spcPts val="2085"/>
              </a:lnSpc>
              <a:spcBef>
                <a:spcPts val="206"/>
              </a:spcBef>
              <a:buSzPct val="75000"/>
              <a:buFont typeface="Arial"/>
              <a:buChar char="•"/>
              <a:tabLst>
                <a:tab pos="200025" algn="l"/>
              </a:tabLst>
            </a:pPr>
            <a:r>
              <a:rPr spc="68" dirty="0">
                <a:latin typeface="Trebuchet MS"/>
                <a:cs typeface="Trebuchet MS"/>
              </a:rPr>
              <a:t>Maximum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-53" dirty="0">
                <a:latin typeface="Trebuchet MS"/>
                <a:cs typeface="Trebuchet MS"/>
              </a:rPr>
              <a:t>likelihood: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given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dataset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z="2644" spc="-73" baseline="1182" dirty="0">
                <a:latin typeface="Trebuchet MS"/>
                <a:cs typeface="Trebuchet MS"/>
              </a:rPr>
              <a:t>x</a:t>
            </a:r>
            <a:r>
              <a:rPr sz="1744" spc="-73" baseline="25089" dirty="0">
                <a:latin typeface="Trebuchet MS"/>
                <a:cs typeface="Trebuchet MS"/>
              </a:rPr>
              <a:t>(1)</a:t>
            </a:r>
            <a:r>
              <a:rPr sz="2644" spc="-73" baseline="1182" dirty="0">
                <a:latin typeface="Trebuchet MS"/>
                <a:cs typeface="Trebuchet MS"/>
              </a:rPr>
              <a:t>,</a:t>
            </a:r>
            <a:r>
              <a:rPr sz="2644" spc="-84" baseline="1182" dirty="0">
                <a:latin typeface="Trebuchet MS"/>
                <a:cs typeface="Trebuchet MS"/>
              </a:rPr>
              <a:t> </a:t>
            </a:r>
            <a:r>
              <a:rPr sz="2644" spc="259" baseline="1182" dirty="0">
                <a:latin typeface="Trebuchet MS"/>
                <a:cs typeface="Trebuchet MS"/>
              </a:rPr>
              <a:t>…,</a:t>
            </a:r>
            <a:r>
              <a:rPr sz="2644" spc="-78" baseline="1182" dirty="0">
                <a:latin typeface="Trebuchet MS"/>
                <a:cs typeface="Trebuchet MS"/>
              </a:rPr>
              <a:t> </a:t>
            </a:r>
            <a:r>
              <a:rPr sz="2644" spc="-90" baseline="1182" dirty="0">
                <a:latin typeface="Trebuchet MS"/>
                <a:cs typeface="Trebuchet MS"/>
              </a:rPr>
              <a:t>x</a:t>
            </a:r>
            <a:r>
              <a:rPr sz="1744" spc="-90" baseline="25089" dirty="0">
                <a:latin typeface="Trebuchet MS"/>
                <a:cs typeface="Trebuchet MS"/>
              </a:rPr>
              <a:t>(n)</a:t>
            </a:r>
            <a:r>
              <a:rPr spc="-60" dirty="0">
                <a:latin typeface="Trebuchet MS"/>
                <a:cs typeface="Trebuchet MS"/>
              </a:rPr>
              <a:t>,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spc="-38" dirty="0">
                <a:latin typeface="Trebuchet MS"/>
                <a:cs typeface="Trebuchet MS"/>
              </a:rPr>
              <a:t>find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θ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by</a:t>
            </a:r>
            <a:r>
              <a:rPr spc="-68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solving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64" dirty="0">
                <a:latin typeface="Trebuchet MS"/>
                <a:cs typeface="Trebuchet MS"/>
              </a:rPr>
              <a:t> </a:t>
            </a:r>
            <a:r>
              <a:rPr spc="-23" dirty="0">
                <a:latin typeface="Trebuchet MS"/>
                <a:cs typeface="Trebuchet MS"/>
              </a:rPr>
              <a:t>optimization </a:t>
            </a:r>
            <a:r>
              <a:rPr spc="-8" dirty="0">
                <a:latin typeface="Trebuchet MS"/>
                <a:cs typeface="Trebuchet MS"/>
              </a:rPr>
              <a:t>problem</a:t>
            </a:r>
            <a:endParaRPr dirty="0">
              <a:latin typeface="Trebuchet MS"/>
              <a:cs typeface="Trebuchet MS"/>
            </a:endParaRPr>
          </a:p>
          <a:p>
            <a:pPr>
              <a:spcBef>
                <a:spcPts val="2014"/>
              </a:spcBef>
              <a:buFont typeface="Arial"/>
              <a:buChar char="•"/>
            </a:pPr>
            <a:endParaRPr dirty="0">
              <a:latin typeface="Trebuchet MS"/>
              <a:cs typeface="Trebuchet MS"/>
            </a:endParaRPr>
          </a:p>
          <a:p>
            <a:pPr marL="200025" marR="181928" indent="-171450">
              <a:lnSpc>
                <a:spcPct val="99200"/>
              </a:lnSpc>
              <a:buSzPct val="75000"/>
              <a:buFont typeface="Arial"/>
              <a:buChar char="•"/>
              <a:tabLst>
                <a:tab pos="200025" algn="l"/>
              </a:tabLst>
            </a:pPr>
            <a:r>
              <a:rPr dirty="0">
                <a:latin typeface="Trebuchet MS"/>
                <a:cs typeface="Trebuchet MS"/>
              </a:rPr>
              <a:t>Statistics</a:t>
            </a:r>
            <a:r>
              <a:rPr spc="-34" dirty="0">
                <a:latin typeface="Trebuchet MS"/>
                <a:cs typeface="Trebuchet MS"/>
              </a:rPr>
              <a:t> </a:t>
            </a:r>
            <a:r>
              <a:rPr spc="-30" dirty="0">
                <a:latin typeface="Trebuchet MS"/>
                <a:cs typeface="Trebuchet MS"/>
              </a:rPr>
              <a:t>tells </a:t>
            </a:r>
            <a:r>
              <a:rPr spc="86" dirty="0">
                <a:latin typeface="Trebuchet MS"/>
                <a:cs typeface="Trebuchet MS"/>
              </a:rPr>
              <a:t>us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spc="-60" dirty="0">
                <a:latin typeface="Trebuchet MS"/>
                <a:cs typeface="Trebuchet MS"/>
              </a:rPr>
              <a:t>that</a:t>
            </a:r>
            <a:r>
              <a:rPr spc="-26" dirty="0">
                <a:latin typeface="Trebuchet MS"/>
                <a:cs typeface="Trebuchet MS"/>
              </a:rPr>
              <a:t> </a:t>
            </a:r>
            <a:r>
              <a:rPr spc="-101" dirty="0">
                <a:latin typeface="Trebuchet MS"/>
                <a:cs typeface="Trebuchet MS"/>
              </a:rPr>
              <a:t>if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26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model</a:t>
            </a:r>
            <a:r>
              <a:rPr spc="-26" dirty="0">
                <a:latin typeface="Trebuchet MS"/>
                <a:cs typeface="Trebuchet MS"/>
              </a:rPr>
              <a:t> </a:t>
            </a:r>
            <a:r>
              <a:rPr spc="-41" dirty="0">
                <a:latin typeface="Trebuchet MS"/>
                <a:cs typeface="Trebuchet MS"/>
              </a:rPr>
              <a:t>family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is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expressive</a:t>
            </a:r>
            <a:r>
              <a:rPr spc="-3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enough</a:t>
            </a:r>
            <a:r>
              <a:rPr spc="-26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and</a:t>
            </a:r>
            <a:r>
              <a:rPr spc="-26" dirty="0">
                <a:latin typeface="Trebuchet MS"/>
                <a:cs typeface="Trebuchet MS"/>
              </a:rPr>
              <a:t> </a:t>
            </a:r>
            <a:r>
              <a:rPr spc="-101" dirty="0">
                <a:latin typeface="Trebuchet MS"/>
                <a:cs typeface="Trebuchet MS"/>
              </a:rPr>
              <a:t>if</a:t>
            </a:r>
            <a:r>
              <a:rPr spc="-26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enough</a:t>
            </a:r>
            <a:r>
              <a:rPr spc="-26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data </a:t>
            </a:r>
            <a:r>
              <a:rPr dirty="0">
                <a:latin typeface="Trebuchet MS"/>
                <a:cs typeface="Trebuchet MS"/>
              </a:rPr>
              <a:t>is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given,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then</a:t>
            </a:r>
            <a:r>
              <a:rPr spc="-53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solving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53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maximum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spc="-41" dirty="0">
                <a:latin typeface="Trebuchet MS"/>
                <a:cs typeface="Trebuchet MS"/>
              </a:rPr>
              <a:t>likelihood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problem</a:t>
            </a:r>
            <a:r>
              <a:rPr spc="-53" dirty="0">
                <a:latin typeface="Trebuchet MS"/>
                <a:cs typeface="Trebuchet MS"/>
              </a:rPr>
              <a:t> will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spc="-45" dirty="0">
                <a:latin typeface="Trebuchet MS"/>
                <a:cs typeface="Trebuchet MS"/>
              </a:rPr>
              <a:t>yield</a:t>
            </a:r>
            <a:r>
              <a:rPr spc="-53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parameters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that </a:t>
            </a:r>
            <a:r>
              <a:rPr spc="-8" dirty="0">
                <a:latin typeface="Trebuchet MS"/>
                <a:cs typeface="Trebuchet MS"/>
              </a:rPr>
              <a:t>generate</a:t>
            </a:r>
            <a:r>
              <a:rPr spc="-120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116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data</a:t>
            </a:r>
            <a:endParaRPr dirty="0">
              <a:latin typeface="Trebuchet MS"/>
              <a:cs typeface="Trebuchet MS"/>
            </a:endParaRPr>
          </a:p>
          <a:p>
            <a:pPr marL="200025" marR="13335" indent="-171450">
              <a:lnSpc>
                <a:spcPct val="100800"/>
              </a:lnSpc>
              <a:spcBef>
                <a:spcPts val="739"/>
              </a:spcBef>
              <a:buSzPct val="75000"/>
              <a:buFont typeface="Arial"/>
              <a:buChar char="•"/>
              <a:tabLst>
                <a:tab pos="200025" algn="l"/>
              </a:tabLst>
            </a:pPr>
            <a:r>
              <a:rPr spc="-23" dirty="0">
                <a:latin typeface="Trebuchet MS"/>
                <a:cs typeface="Trebuchet MS"/>
              </a:rPr>
              <a:t>Equivalent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to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minimizing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64" dirty="0">
                <a:latin typeface="Trebuchet MS"/>
                <a:cs typeface="Trebuchet MS"/>
              </a:rPr>
              <a:t>KL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divergence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between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-41" dirty="0">
                <a:latin typeface="Trebuchet MS"/>
                <a:cs typeface="Trebuchet MS"/>
              </a:rPr>
              <a:t>empirical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49" dirty="0">
                <a:latin typeface="Trebuchet MS"/>
                <a:cs typeface="Trebuchet MS"/>
              </a:rPr>
              <a:t>data</a:t>
            </a:r>
            <a:r>
              <a:rPr spc="-86" dirty="0">
                <a:latin typeface="Trebuchet MS"/>
                <a:cs typeface="Trebuchet MS"/>
              </a:rPr>
              <a:t> </a:t>
            </a:r>
            <a:r>
              <a:rPr spc="-38" dirty="0">
                <a:latin typeface="Trebuchet MS"/>
                <a:cs typeface="Trebuchet MS"/>
              </a:rPr>
              <a:t>distribution</a:t>
            </a:r>
            <a:r>
              <a:rPr spc="-79" dirty="0">
                <a:latin typeface="Trebuchet MS"/>
                <a:cs typeface="Trebuchet MS"/>
              </a:rPr>
              <a:t> </a:t>
            </a:r>
            <a:r>
              <a:rPr spc="-19" dirty="0">
                <a:latin typeface="Trebuchet MS"/>
                <a:cs typeface="Trebuchet MS"/>
              </a:rPr>
              <a:t>and </a:t>
            </a:r>
            <a:r>
              <a:rPr spc="-8" dirty="0">
                <a:latin typeface="Trebuchet MS"/>
                <a:cs typeface="Trebuchet MS"/>
              </a:rPr>
              <a:t>the</a:t>
            </a:r>
            <a:r>
              <a:rPr spc="-116" dirty="0">
                <a:latin typeface="Trebuchet MS"/>
                <a:cs typeface="Trebuchet MS"/>
              </a:rPr>
              <a:t> </a:t>
            </a:r>
            <a:r>
              <a:rPr spc="-15" dirty="0">
                <a:latin typeface="Trebuchet MS"/>
                <a:cs typeface="Trebuchet MS"/>
              </a:rPr>
              <a:t>model</a:t>
            </a:r>
            <a:endParaRPr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9948" y="1417320"/>
            <a:ext cx="5404104" cy="6720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9948" y="4407408"/>
            <a:ext cx="5404104" cy="27203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58667" y="3561589"/>
            <a:ext cx="2921508" cy="6720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85B1BF-B593-F346-BCEA-B0D0FD6B922C}"/>
                  </a:ext>
                </a:extLst>
              </p14:cNvPr>
              <p14:cNvContentPartPr/>
              <p14:nvPr/>
            </p14:nvContentPartPr>
            <p14:xfrm>
              <a:off x="4228920" y="450360"/>
              <a:ext cx="3953880" cy="4104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85B1BF-B593-F346-BCEA-B0D0FD6B922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19560" y="441000"/>
                <a:ext cx="3972600" cy="4122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3CB34-64ED-1611-5B12-D9054BA85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Fitting normal distribution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D95A2-6C1E-6BF4-403F-FA99C58B8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/>
              <a:t> x = [65, 70, 72, 68, 74,69, 71]</a:t>
            </a:r>
          </a:p>
          <a:p>
            <a:r>
              <a:rPr lang="en-GB" sz="1200" dirty="0"/>
              <a:t>S01: Assume its normal</a:t>
            </a:r>
          </a:p>
          <a:p>
            <a:r>
              <a:rPr lang="en-GB" sz="1200" dirty="0"/>
              <a:t>S02: Estimate Params (MLE): N(U, </a:t>
            </a:r>
            <a:r>
              <a:rPr lang="en-GB" sz="1200" dirty="0" err="1"/>
              <a:t>std.dev</a:t>
            </a:r>
            <a:r>
              <a:rPr lang="en-GB" sz="1200" dirty="0"/>
              <a:t> ) </a:t>
            </a:r>
          </a:p>
          <a:p>
            <a:endParaRPr lang="en-GB" sz="1200" dirty="0"/>
          </a:p>
          <a:p>
            <a:pPr marL="25400" indent="0">
              <a:buNone/>
            </a:pPr>
            <a:r>
              <a:rPr lang="en-GB" sz="1200" dirty="0"/>
              <a:t>Q– coin (don’t know if its fair coin..), flip 5 times: H, T, H, H, T</a:t>
            </a:r>
          </a:p>
          <a:p>
            <a:pPr marL="25400" indent="0">
              <a:buNone/>
            </a:pPr>
            <a:r>
              <a:rPr lang="en-GB" sz="1200" dirty="0"/>
              <a:t>MLE, PROB OF GETTING HEADS .. </a:t>
            </a:r>
          </a:p>
          <a:p>
            <a:pPr marL="25400" indent="0">
              <a:buNone/>
            </a:pPr>
            <a:r>
              <a:rPr lang="en-GB" sz="1200" dirty="0"/>
              <a:t>SO1: BINOMIAL N(H) = 3, N(T)=2, P(H) = P P(T) = 1-P </a:t>
            </a:r>
          </a:p>
          <a:p>
            <a:pPr marL="25400" indent="0">
              <a:buNone/>
            </a:pPr>
            <a:r>
              <a:rPr lang="en-GB" sz="1200" dirty="0"/>
              <a:t>LIKELIHOOD OF OBS. DATA = (P^3).(1-P)^2</a:t>
            </a:r>
          </a:p>
          <a:p>
            <a:pPr marL="25400" indent="0">
              <a:buNone/>
            </a:pPr>
            <a:r>
              <a:rPr lang="en-GB" sz="1200" dirty="0"/>
              <a:t>LOG LIKELIOOD = LOG ( (P)^3 . (1-P)^2 ) = LOG( (P)^3 ) + LOG( (1-P)^2 ) = 3 LOG P + 2 LOG (1-P)</a:t>
            </a:r>
          </a:p>
          <a:p>
            <a:pPr marL="25400" indent="0">
              <a:buNone/>
            </a:pPr>
            <a:endParaRPr lang="en-GB" sz="1200" dirty="0"/>
          </a:p>
          <a:p>
            <a:pPr marL="25400" indent="0">
              <a:buNone/>
            </a:pPr>
            <a:r>
              <a:rPr lang="en-GB" sz="1200" dirty="0"/>
              <a:t>DL/DP = 3/P - 2/ (1-P) ==0 </a:t>
            </a:r>
            <a:r>
              <a:rPr lang="en-GB" sz="1200" dirty="0">
                <a:sym typeface="Wingdings" panose="05000000000000000000" pitchFamily="2" charset="2"/>
              </a:rPr>
              <a:t> 3/P = 2/(1-P)  3 – 3P = 2P  P = 3/5 = 0.6</a:t>
            </a:r>
            <a:endParaRPr lang="en-GB" sz="1200" dirty="0"/>
          </a:p>
          <a:p>
            <a:pPr marL="25400" indent="0">
              <a:buNone/>
            </a:pPr>
            <a:r>
              <a:rPr lang="en-GB" sz="1200" dirty="0"/>
              <a:t>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3F6C532-3026-2277-3118-F4532F544842}"/>
                  </a:ext>
                </a:extLst>
              </p14:cNvPr>
              <p14:cNvContentPartPr/>
              <p14:nvPr/>
            </p14:nvContentPartPr>
            <p14:xfrm>
              <a:off x="3544200" y="2296440"/>
              <a:ext cx="5478480" cy="2108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3F6C532-3026-2277-3118-F4532F5448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4840" y="2287080"/>
                <a:ext cx="5497200" cy="212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0880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D8D1C-F51A-DB57-2AF5-128E6F914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MLE – EXPONENTIAL DISTRIBUTION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A012E-95BD-E815-8DB8-FC812860D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BA3995-49DD-73E1-3EC2-75F2AF0D2F51}"/>
                  </a:ext>
                </a:extLst>
              </p14:cNvPr>
              <p14:cNvContentPartPr/>
              <p14:nvPr/>
            </p14:nvContentPartPr>
            <p14:xfrm>
              <a:off x="225360" y="906480"/>
              <a:ext cx="8728560" cy="4213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BA3995-49DD-73E1-3EC2-75F2AF0D2F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000" y="897120"/>
                <a:ext cx="8747280" cy="423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4F1B30A-B817-CC96-F2E5-54A5E0EB7B5E}"/>
                  </a:ext>
                </a:extLst>
              </p14:cNvPr>
              <p14:cNvContentPartPr/>
              <p14:nvPr/>
            </p14:nvContentPartPr>
            <p14:xfrm>
              <a:off x="411480" y="1213560"/>
              <a:ext cx="7763760" cy="2063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4F1B30A-B817-CC96-F2E5-54A5E0EB7B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2120" y="1204200"/>
                <a:ext cx="7782480" cy="208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8176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8DCD41-0D08-D4CF-4BB5-DCAAB75C1FFA}"/>
                  </a:ext>
                </a:extLst>
              </p14:cNvPr>
              <p14:cNvContentPartPr/>
              <p14:nvPr/>
            </p14:nvContentPartPr>
            <p14:xfrm>
              <a:off x="345600" y="29160"/>
              <a:ext cx="8618040" cy="5157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8DCD41-0D08-D4CF-4BB5-DCAAB75C1F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6240" y="19800"/>
                <a:ext cx="8636760" cy="517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925862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19923</TotalTime>
  <Words>2567</Words>
  <Application>Microsoft Office PowerPoint</Application>
  <PresentationFormat>On-screen Show (16:9)</PresentationFormat>
  <Paragraphs>308</Paragraphs>
  <Slides>21</Slides>
  <Notes>9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Calibri</vt:lpstr>
      <vt:lpstr>Cambria Math</vt:lpstr>
      <vt:lpstr>Carlito</vt:lpstr>
      <vt:lpstr>DejaVu Sans</vt:lpstr>
      <vt:lpstr>Tahoma</vt:lpstr>
      <vt:lpstr>Times New Roman</vt:lpstr>
      <vt:lpstr>Trebuchet MS</vt:lpstr>
      <vt:lpstr>Wingdings</vt:lpstr>
      <vt:lpstr>1_Office Theme</vt:lpstr>
      <vt:lpstr>2_Office Theme</vt:lpstr>
      <vt:lpstr>Advanced Deep Learning ZG513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Inference and Sampling </vt:lpstr>
      <vt:lpstr>Generate Data</vt:lpstr>
      <vt:lpstr>Some Impt.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Fitting normal distribution</vt:lpstr>
      <vt:lpstr>MLE – EXPONENTIAL DISTRIBUTION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Biases and Fairness</dc:title>
  <dc:creator>bits</dc:creator>
  <cp:lastModifiedBy>Aakash Goel (DSAI)</cp:lastModifiedBy>
  <cp:revision>184</cp:revision>
  <dcterms:created xsi:type="dcterms:W3CDTF">2021-03-10T15:42:36Z</dcterms:created>
  <dcterms:modified xsi:type="dcterms:W3CDTF">2026-02-07T12:39:15Z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2021-03-10T00:00:00Z</vt:filetime>
  </property>
</Properties>
</file>