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6.xml" ContentType="application/inkml+xml"/>
  <Override PartName="/ppt/notesSlides/notesSlide10.xml" ContentType="application/vnd.openxmlformats-officedocument.presentationml.notesSlide+xml"/>
  <Override PartName="/ppt/ink/ink7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8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9.xml" ContentType="application/inkml+xml"/>
  <Override PartName="/ppt/notesSlides/notesSlide21.xml" ContentType="application/vnd.openxmlformats-officedocument.presentationml.notesSlide+xml"/>
  <Override PartName="/ppt/ink/ink10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0" r:id="rId2"/>
  </p:sldMasterIdLst>
  <p:notesMasterIdLst>
    <p:notesMasterId r:id="rId27"/>
  </p:notesMasterIdLst>
  <p:sldIdLst>
    <p:sldId id="315" r:id="rId3"/>
    <p:sldId id="575" r:id="rId4"/>
    <p:sldId id="574" r:id="rId5"/>
    <p:sldId id="594" r:id="rId6"/>
    <p:sldId id="595" r:id="rId7"/>
    <p:sldId id="597" r:id="rId8"/>
    <p:sldId id="598" r:id="rId9"/>
    <p:sldId id="599" r:id="rId10"/>
    <p:sldId id="601" r:id="rId11"/>
    <p:sldId id="602" r:id="rId12"/>
    <p:sldId id="603" r:id="rId13"/>
    <p:sldId id="605" r:id="rId14"/>
    <p:sldId id="606" r:id="rId15"/>
    <p:sldId id="607" r:id="rId16"/>
    <p:sldId id="608" r:id="rId17"/>
    <p:sldId id="609" r:id="rId18"/>
    <p:sldId id="610" r:id="rId19"/>
    <p:sldId id="611" r:id="rId20"/>
    <p:sldId id="612" r:id="rId21"/>
    <p:sldId id="615" r:id="rId22"/>
    <p:sldId id="614" r:id="rId23"/>
    <p:sldId id="616" r:id="rId24"/>
    <p:sldId id="617" r:id="rId25"/>
    <p:sldId id="625" r:id="rId2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80182" autoAdjust="0"/>
  </p:normalViewPr>
  <p:slideViewPr>
    <p:cSldViewPr>
      <p:cViewPr varScale="1">
        <p:scale>
          <a:sx n="126" d="100"/>
          <a:sy n="126" d="100"/>
        </p:scale>
        <p:origin x="91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12-08T04:09:43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6297 3625 0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31T11:11:18.47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17227 5895 0,'0'4'0,"0"-4"0,4 20 0,6 18 15,10 17-15,16 15 16,11 8-16,5 6 16,10-1-16,2-3 15,8-2-15,0-8 16,6 3-1,1-4-15,-1-3 16,4-1-16,1-2 16,-2-2-16,-7-4 15,-3-3-15,-4-5 16,-4-4-16,0-2 16,-9-7-16,-4-4 15,-5-6 1,-6-7-16,1-10 15,2-9-15</inkml:trace>
  <inkml:trace contextRef="#ctx0" brushRef="#br0" timeOffset="382.6">18314 5902 0,'0'0'0,"-5"8"0,-9 11 15,-20 40-15,-15 30 16,-7 14-1,-1 2-15,-6 11 16,-2 9-16,-3 0 16,-5 15-16,2-5 15,1-2-15,2-1 16,4-16-16,4-7 16,10-18-16,10-17 15,13-13-15,10-13 16,9-12-1,4-10-15,6-8 16,13-4-16</inkml:trace>
  <inkml:trace contextRef="#ctx0" brushRef="#br0" timeOffset="1249.64">18876 6771 0,'0'0'0,"0"0"15,0 0-15,9 5 16,11 6-16,20 5 16,15-2-16,10-1 15,4-2-15,13-5 16,8-1-16,9-3 16,5 0-16,0-4 15,2 1-15,-2-1 16,-5 0-16,0-2 15,-4 0 1,-6-1-16,-9-2 16,-7 0-16,-11 1 15,-8 1-15,-8 0 16,-9 1-16,-10 2 16,-9 0-16,-18 2 15,19-2-15,-19 2 16,0 0-16,0 0 15,0 0 1,4-24-16,-20-2 16,-10-4-16,-10-2 15,-4-1-15,0 6 16,0 2-16,5 6 16,3 2-16,1 1 15,1 4 1,2 1-16,8 3 15,5 3-15,15 5 0,-19-7 16,19 7 0,0 0-16,0 0 15,0 0-15,0 0 16,-1 15-16,18 11 16,19 7-16,10-1 15,5 5-15,3-2 16,-7-3-16,-3-2 15,-6-5 1,-6-3-16,-7-4 16,-8 5-16,-6 4 15,-5 1-15,-9 8 16,-13 5-16,-12 9 16,-11 2-16,-13 1 15,0-7-15,-3-5 16,4-5-16,6-6 15,4-8-15</inkml:trace>
  <inkml:trace contextRef="#ctx0" brushRef="#br0" timeOffset="4067.4">21544 6261 0,'0'0'0,"2"11"0,-2-11 0,8 17 15,15 29 1,30 26-16,8 1 16,15 10-16,4-1 15,10 4-15,3 3 16,2-1-16,5 5 15,-7-7-15,-2 1 16,-6 0-16,-17-4 16,-11-8-16,-9 2 15,-1 7 17,-7-8-32</inkml:trace>
  <inkml:trace contextRef="#ctx0" brushRef="#br0" timeOffset="4467.26">22726 6567 0,'0'0'0,"0"0"0,-4 7 16,-9 12-16,-18 26 16,-18 23-16,-12 13 15,2-2-15,-17 23 16,-1-7-16,-15 16 15,-6 4-15,15-25 16,-11 16-16,18-22 16,9-9-16,6 1 15,18-24-15,10-5 16,1 7 0,9-9-16,9-9 15,7-12-15,7-8 16</inkml:trace>
  <inkml:trace contextRef="#ctx0" brushRef="#br0" timeOffset="4832.58">23079 5706 0,'0'0'0,"0"2"15,0-2-15,3 10 16,2 7-16,10 21 16,10 16-16,12 12 15,9 9-15,2-1 16,3 3 0,1 1-16,1 3 15</inkml:trace>
  <inkml:trace contextRef="#ctx0" brushRef="#br0" timeOffset="8215.52">19816 9282 0,'0'0'0,"0"-4"0,0 4 16,4-11-16,-4 11 15,0 0-15,6-15 16,-6 15-16,8-23 16,10 8-16</inkml:trace>
  <inkml:trace contextRef="#ctx0" brushRef="#br0" timeOffset="12549.71">19802 9353 0,'0'0'0,"0"3"0,0-3 15,0 0-15,0 0 16,11-25-16,6-7 16,11-6-16,6 1 15,1 1 1,-1 10-16,0 1 16,-5 9-16,-5 12 15,-1 3-15,-5 3 16,2 5-16,1 20 15,-1 19-15,-6 6 16,-17 20-16,-4-8 16,-10 9-16,-8 16 15,-1-12-15,1-8 16,1-9-16,3-14 16,6-12-1,4-8-15,6-12 16,5-14-16,0 0 15,0 0-15,-3-26 16,19-36-16,11-17 16,5 4-16,3 4 15,6-10-15,4-7 16,0 4-16,-6 17 16,0 12-1,-5 23-15,-3 9 16,-2 15-16,0 6 15,1 2-15,0 13 16,-1 5-16,-4 23 16,-5 7-16,-7 15 15,-13 19-15,-9 9 16,-7 1-16,-5-4 16,-1-15-1,3-12-15,5-14 16,3-12-16,6-15 15,2-7-15,3-13 16,19 4-16,13-18 16,27-15-16,1-12 15</inkml:trace>
  <inkml:trace contextRef="#ctx0" brushRef="#br0" timeOffset="12966.49">21336 8780 0,'0'0'0,"0"0"0,0 0 0,0 0 16,-1 4-16,-6 10 15,-14 26-15,-15 33 16,0 15-16,2 1 15,4 13-15,-2 11 16,-1 11-16,2 7 16,1-4-16,3-12 15,7-16-15,6-14 16,11-20-16,27-4 31,28-12-15</inkml:trace>
  <inkml:trace contextRef="#ctx0" brushRef="#br0" timeOffset="13448.56">21395 9345 0,'0'0'0,"0"0"0,0 0 0,0 0 15,0 0-15,1 3 16,-1-3-16,10 20 16,7 8-16,11 8 15,9 5 1,7 2-16,6 4 15,1 0-15,-5-2 16,-2-4-16,-10-9 16,8 7-1,3 3 1,-4-6-16,-6-10 16,-15-18-16</inkml:trace>
  <inkml:trace contextRef="#ctx0" brushRef="#br0" timeOffset="13733.46">21829 9362 0,'0'0'0,"-3"6"0,3-6 15,-21 30-15,1 1 16,-8 10-16,-3 6 16,6 5-16,1 6 15,1-2-15,-1 0 16,0 1-16,-4 11 16,0-1-16,-4 0 31,-5-14-16</inkml:trace>
  <inkml:trace contextRef="#ctx0" brushRef="#br0" timeOffset="14065.66">21866 9111 0,'0'0'0,"0"0"0,0 0 0,0 0 16,0 0-1,0 0-15,5 1 16,-5-1-16,35 16 15,-3-2-15,2 4 16,4 5-16,-5 5 16,-1 2-16,-5 1 15,-6-8-15</inkml:trace>
  <inkml:trace contextRef="#ctx0" brushRef="#br0" timeOffset="14466.39">22330 8686 0,'0'0'0,"0"0"16,0 0-16,0 0 15,1 3-15,3 9 16,8 13-16,11 17 16,10 18-16,3 4 15,5 10 1,2 8-16,-10 7 15,-17 18-15,-10 7 16,-12-2-16,-15 9 16,-4-14-16,-35 51 31,-7-33-31,5-12 16,9-24-16,29-53 15</inkml:trace>
  <inkml:trace contextRef="#ctx0" brushRef="#br0" timeOffset="15132.37">23535 9157 0,'0'0'0,"-6"11"0,-4 4 15,-15 24 1,-15 11-16,-3-5 16,-4 0-16,-8 3 15,-4-4-15,-1 2 16,7-8-16,9-5 16,4-4-16,5-2 15,4-3-15,9-7 16,7-6-16,15-11 15,-15 12 1,15-12-16,6 16 16,7-4-16,5 0 15,15 3-15,9 2 16,10-4-16,-1-3 16,-2-5-16,-8-4 15,-3-2-15,3-3 16,4-1-1,2-1-15,-2 3 16</inkml:trace>
  <inkml:trace contextRef="#ctx0" brushRef="#br0" timeOffset="15565.68">24074 9284 0,'0'0'0,"0"0"0,0 0 0,0 0 15,0 0-15,0 0 16,0 0-16,2 8 16,-7 17-16,-9 14 15,-12 1-15,-3 0 16,-3 0-1,-3 0-15,0 2 16,3-6-16,1 1 16,5-6-16,3-4 15,6-6-15,5-7 16,4-3-16,8-11 16,-8 16-16,8-16 15,9 20-15,6-7 16,9 0-1,4-1-15,7-2 16,9-1-16,13-5 16,1-2-16,-7-4 15,7-1 1</inkml:trace>
  <inkml:trace contextRef="#ctx0" brushRef="#br0" timeOffset="16282.78">21751 10952 0,'-1'-13'0,"0"0"0,1 13 0,0 0 16,0 0 0,0 17-16,0 6 15,0 19-15,-2-4 16,-5 17-16,-8-9 16,-2-1-16,0-4 15,5-9-15,2-8 16,5-9-16,5-15 15,0 0 1,0 0-16,0 0 16,-6-20-16,23-20 15,17-45-15,4 16 16,16-34-16,-11 40 16,11 12-16,-5 7 15,3 12-15,1-6 16,-15 35-1,-5-1-15,3 17 16,-7 12-16,-11 13 16,-13 51-16,-18 8 15,-10 7-15,2-38 16,2-6-16,1-7 16,6-21-16,2-7 15,3-10-15,2-5 16,5-10-16,0 0 15,0 0 1,0 0-16,2-20 16,12-20-16</inkml:trace>
  <inkml:trace contextRef="#ctx0" brushRef="#br0" timeOffset="16616.81">22849 10384 0,'0'0'0,"0"0"0,0 0 0,-2 8 0,-2 18 15,-13 26-15,-21 25 16,-7-1 0,-9 19-16,0-1 15,-3-1-15,4 8 16,16-5-16,1 11 16,10-23-16,27 17 31,16-25-31,17-10 15</inkml:trace>
  <inkml:trace contextRef="#ctx0" brushRef="#br0" timeOffset="17032.83">23023 10847 0,'2'3'0,"3"9"0,-5-12 0,11 19 0,22 27 15,12 11-15,-3-9 16,-3-4-16,-3-9 15,2-6-15,4-8 16,-3 0-16,-7-5 16,-8-3-1</inkml:trace>
  <inkml:trace contextRef="#ctx0" brushRef="#br0" timeOffset="17348.68">23429 10916 0,'0'0'0,"-15"17"0,-4 9 16,-25 38-16,2 12 16,-2 9-16,0 3 15,8-16-15,2 2 16</inkml:trace>
  <inkml:trace contextRef="#ctx0" brushRef="#br0" timeOffset="17699.75">23759 10431 0,'0'0'0,"0"0"15,8-3-15,-8 3 16,46 17-16,-1 16 15,5 18-15,1 14 16,-3 12-16,-10 2 16,-2 18-16,-15 4 15,-20 5 1,-64 83 0</inkml:trace>
  <inkml:trace contextRef="#ctx0" brushRef="#br0" timeOffset="27133.02">12062 11235 0,'0'0'0,"-5"-2"0,5 2 0,-19-3 15,0 0 1,0 2-16,2 1 16,17 0-16,-19 6 15,19-6-15,-21 33 16,-3 19-16,1 23 15,7 4-15,14-3 16,11-3-16,8-4 16,10-13-16,6-5 15,4-7-15,1-10 16,3-10 0,9-17-16,1-7 15,-1-16-15,0-19 16,-1-20-16,4-27 15,-11-17-15,-15-8 16,-9 12-16,-15 5 16,-6 7-16,-8 12 15,-7 10 1,-4 12-16,-3 13 16,-3 9-16,-3 10 15,-7 9-15,-3 14 16,-2 12-16,-4 25 15,5 11-15</inkml:trace>
  <inkml:trace contextRef="#ctx0" brushRef="#br0" timeOffset="27682.89">12202 12498 0,'0'0'0,"-7"-3"0,7 3 16,-26 5-16,2 12 15,-3 17-15,3 11 16,4 10 0,3 6-16,6 18 15,6 7-15,5 3 16,8-8-16,0-17 15,6-4-15,3-12 16,2-15-16,4-11 16,0-12-16,6-16 15,6-16 1,1-14-16,-6-29 16,-5-21-16,-11-12 15,-9 4-15,-8 8 16,-7 12-16,0 8 15,-4 14-15,1 13 16,-1 13-16,-2 7 16,-3 11-16,-6 13 15</inkml:trace>
  <inkml:trace contextRef="#ctx0" brushRef="#br0" timeOffset="28132.44">12159 13532 0,'0'0'0,"0"0"16,-6-1-16,6 1 16,0 0-16,-23 10 15,7 8-15,-4 16 16,5 10-16,5 8 16,8 10-1,8 7-15,7 0 16,8-1-16,5-11 15,7-11-15,5-11 16,3-12-16,-6-10 16,-5-11-16,-2-6 15,-4-14-15,-4-20 16,-8-29 0,-5-15-16,-10 5 15,-9 18-15,-5 10 16,-4 12-16,-3 9 15</inkml:trace>
  <inkml:trace contextRef="#ctx0" brushRef="#br0" timeOffset="29398.77">16627 11011 0,'0'-3'0,"0"3"0,-1-21 15,-2 0-15,-1 1 16,-2 3-16,2 4 16,4 13-16,-34-4 15,-7 27-15,-7 21 16,2 9-16,10 0 16,14-1-16,8 2 15,7 2 1,5-7-16,6-11 15,5-6-15,6-8 16,12-5-16,5-6 16,5-8-16,-6-12 15,-1-23-15,3-20 16,-3-14-16,-6-5 16,-11 7-16,-5-11 15,-9 4 1,-6 10-16,-1 15 15,-4 10-15,-3 11 16,-5 7-16,-7 13 16,-10 23-16</inkml:trace>
  <inkml:trace contextRef="#ctx0" brushRef="#br0" timeOffset="29865.8">16566 11795 0,'0'0'0,"-8"6"0,8-6 0,-19 15 16,-17 27-16,-5 15 15,6 4-15,11 4 16,9 5-16,9-1 16,10-7-16,6-9 15,6-13-15,12-5 16,2-8-16,3-11 15,3-12 1,-2-17-16,0-18 16,-4-19-16,-3-7 15,-8 4-15,-7 3 16,-7 3-16,-5 2 16,-4 4-16,-7 7 15,-6 9-15,-1 15 16,-4 9-16,-7 15 15</inkml:trace>
  <inkml:trace contextRef="#ctx0" brushRef="#br0" timeOffset="30349.07">16724 12883 0,'0'0'0,"0"-6"16,0 6-16,-9-21 15,2 5-15,7 16 16,-25-12-16,7 20 15,-8 20 1,-4 19-16,3 21 16,7-3-16,15 1 15,6-2-15,7-9 16,5-5-16,3-13 16,2-14-16,6-10 15,9-8-15,10-13 16,-2-10-1,-6-10-15,-11-12 16,-10 1-16,-7-2 16,-13-1-16,-11 7 15,-6 6-15,-4 10 16,-4 9-16,0 9 16,-2 9-16,3 19 15,-7 11-15</inkml:trace>
  <inkml:trace contextRef="#ctx0" brushRef="#br0" timeOffset="30765.37">16869 13944 0,'0'0'0,"0"0"0,0 0 0,1-4 15,4-10-15,6-20 16,2-12-16,1-7 16,-4-3-16,-13 3 15,-4 8-15,-1 13 16,-2 13-16,-3 4 15,-13 13 1,-8 15-16,-1 19 16</inkml:trace>
  <inkml:trace contextRef="#ctx0" brushRef="#br0" timeOffset="32432.28">14202 11493 0,'0'1'0,"0"-1"0,0 0 0,-2 29 0,-1 19 16,-4 15-16,-1 2 16,-2 2-16,0 3 15,0 1-15,1-1 16,0-2-16,-1 5 15,-1 5 1,1 2-16,-2 10 16,0 5-16,2-3 15,4 1-15,3-10 16,4-4-16,3-2 16,0-10-16,1-9 15,-3-10-15,0-7 16,-1-9-16,0-8 15,-1-8-15,0-6 16,0-10-16,0 0 16,0 0-1,-4-14-15</inkml:trace>
  <inkml:trace contextRef="#ctx0" brushRef="#br0" timeOffset="33399.23">14229 11437 0,'0'0'0,"0"0"0,0 0 0,0 0 16,0 0-16,0 0 16,0 0-16,14-1 15,10 0-15,13-8 16,10-5-16,2-6 15,-1 2 1,-6 1-16,-3 1 16,-1 2-16,0 10 15,-2 7-15,-3 1 16,-2 9-16,-2 2 16,-1 2-16,-1 7 15,-2 1-15,-3 6 16,-2 8-16,-4 3 15,-5 8-15,-1 3 16,-7 4-16,-3-1 16,-3 6-1,-5 7-15,-1 8 16,-4 4-16,-1 10 16,1-2-16,-1 6 15,1-2-15,0 2 16,4-6-16,2-10 15,4-8-15,1-2 16,0-5 0,4-4-16,3-12 15,4 2 1,0-9 0,3-5-16,0-3 15,-1-9-15,-3-5 16,-1-4-16,-4-4 15,2 0-15,-5-11 16,6 13-16,-6-13 16,0 0-1,-19 12-15,-1-7 16,-5-1-16,-1-4 16,-7-4-16,-8-3 15,-3-1-15,0-4 16,2 0-16,3 1 15,-2 0-15,-2-1 16,1 2-16,3 1 16,4 2-1,8 3-15,4 2 16,6 2-16,17 0 16,-28 1-16,28-1 15,-19 3-15,19-3 16,0 0-16,0 0 15,-17 5-15,17-5 16,0 0-16,0 0 16</inkml:trace>
  <inkml:trace contextRef="#ctx0" brushRef="#br0" timeOffset="34684.37">14234 10713 0,'0'0'0,"0"0"0,0 0 0,0 0 15,0 0-15,0 5 16,2 7-16,0 19 15,3 20-15,0 10 16,-1-3 0,-1-9-16,-3-12 0,0-10 15,-3-9 1,3-8-16,0-10 16,0 0-16,0 0 15,0 0-15,-18-45 16,13-19-16,5 6 15,1 22-15,1 17 16,0 5-16,-2 14 16,0 0-16,23-9 15,-3 13 1,4 6-16,1 1 16,-2 3-16,-1-5 15,-4 0-15,-1-2 16,-2-7-16,-15 0 15,25-5-15,-25 5 16,18-11-16,-18 11 16,12-17-16,-8 6 15,0 0 1,-4 11-16,4-13 16,-4 13-16,0 0 15,0 0-15,0 0 16,3 17-16,5 24 15,0 24-15,3-1 16,-1-1-16,0 0 16,-3 0-16,-1-3 15,-2-7 1</inkml:trace>
  <inkml:trace contextRef="#ctx0" brushRef="#br0" timeOffset="35282.33">14658 12054 0,'0'0'0,"-4"-4"0,4 4 0,0 0 0,0 0 16,-20-4-1,20 4-15,-19 14 16,11-3-16,4 5 15,5 3-15,3-1 16,8 3-16,2-5 16,1-1-16,-2-5 15,-13-10-15,20 4 16,-6-14-16,2-16 16,0-21-1,-5-13-15,-6-4 16,-3 14-16,0 16 15,-2 11-15,-2 9 16,2 14-16,-14-15 16,14 15-16</inkml:trace>
  <inkml:trace contextRef="#ctx0" brushRef="#br0" timeOffset="35682.62">14622 12442 0,'0'0'0,"0"0"0,0 0 0,-7 0 0,7 0 16,0 0-16,-22 1 15,22-1-15,-20 7 16,20-7-16,-25 21 16,15 6-16,4 9 15,8 2-15,4-3 16,3-3-16,1-10 16,4 0-1,2-7-15,5-7 16,4-10-16,2-15 15,-6-16-15,-6-3 16,-7 1-16,-4 5 16,-5 6-16,-5 5 15,-8 2-15,-1 6 16</inkml:trace>
  <inkml:trace contextRef="#ctx0" brushRef="#br0" timeOffset="36432.26">14563 11588 0,'0'0'0,"0"0"0,0 0 16,0 0-16,-4 3 15,4-3-15,0 0 16,-5 12-16,5-12 16,-2 12-1,2-12-15,2 14 16,-2-14-16,0 0 15,0 0-15,0 0 16,16 9-16,-16-9 16,19-4-16,-19 4 15,17-6-15,-17 6 16,0 0-16,15-13 16,-15 13-16,6-16 15,-4-2-15,-7-3 16,-4-5-1,1 9-15,0 6 16,8 11-16,-18-10 16,0 18-16,-2 10 15,-3 13-15,6 7 16,7-2-16,6-7 16,3-8-16,3-7 15,3-4 1,-5-10-16,23-1 15,4-18-15,4-16 16,-4-8-16,-6-10 16,-7 1-16,-3 8 15,-7 12-15,-3 21 16</inkml:trace>
  <inkml:trace contextRef="#ctx0" brushRef="#br0" timeOffset="43482.29">12723 11405 0,'0'0'0,"0"0"0,0 0 0,7 6 16,-7-6-16,32 22 16,-6-4-1,4 2-15,5 3 16,5-2-16,4 1 15,4 1-15,5-1 16,2 2-16,3-1 16,-4-3-16,-4-3 15,6-2-15,2-2 16,1-2-16,-2 1 16,-8-3-16,2 0 15,0 0 1,4-1-16,1-2 15,-7-5-15,-1 3 16,-1-2-16,1 0 16,5 0-16,0 2 15,-9-2-15,-2 1 16,-7-1-16,-1-2 16,2 2-16,-2-1 15,-3 0 1,-4 0-16,-1 0 15,-1 1-15,-3-1 16,-4 1-16,-18-2 16,27 2-16,-27-2 15,23 3-15,-23-3 16,16 3-16,-16-3 16,0 0-1,18 0-15,-18 0 16</inkml:trace>
  <inkml:trace contextRef="#ctx0" brushRef="#br0" timeOffset="44281.64">12651 14023 0,'0'0'0,"0"0"0,0 0 15,0 0 1,4 2-16,-4-2 15,0 0-15,31 3 16,-3-8-16,8-10 16,7-8-16,4-10 15,1-3-15,3-9 16,4-8-16,3-5 16,3-8-16,2-3 15,-5 3 1,6-5-16,-3 3 15,1-1-15,0 3 16,-5 10-16,6 5 16,-1 9-16,1 5 15,-5 4-15,-9 6 16,-2 2-16,-5 2 16,-3 3-16,-5 1 15,-4 0 1,-2 1-16,-4 1 15,-3 2-15,-5 3 16,-4 0-16,1 2 16</inkml:trace>
  <inkml:trace contextRef="#ctx0" brushRef="#br0" timeOffset="45165.57">12685 12921 0,'0'0'0,"1"3"0,-1-3 15,16 11-15,3-1 16,16-3-16,10-7 16,8-4-16,6-9 15,7-7-15,7-5 16,2-1-16,-1-2 15,2-4 1,-3-2-16,3-2 16,-6 4-16,0-2 15,2 0-15,-3 1 16,-5-3-16,-8 2 16,15-9-1,5-2 1,-7 4-16,-11 7 15,-24 12 1,-3-1-16,-4 0 16,-5 2-16,-3 3 15,-3 6-15</inkml:trace>
  <inkml:trace contextRef="#ctx0" brushRef="#br0" timeOffset="45882.25">12759 11851 0,'3'3'0,"-3"-3"0,24 23 0,14 12 16,17 9-16,10-2 15,7-6 1,9 0-16,2-7 16,3-1-16,3-2 15,-8-3-15,-2-1 16,-10-2-16,-1 11 16,-7 2-16,-11-3 15,-6-4-15,-12-4 16,6 3 15,9 8-31</inkml:trace>
  <inkml:trace contextRef="#ctx0" brushRef="#br0" timeOffset="50782.56">14745 10434 0,'0'0'0,"0"0"16,-5-1-16,-11-4 15,-16 1-15,-2 4 16,3 0-16,7 1 15,0 1-15,-1 0 16,0 2 0,-6 0-16,-8 3 15,-4 2-15,-4 3 16,5 1-16,4 3 16,4 10-16,1 12 15,0 5-15,3 0 16,2 1-16,-2 2 15,3 6-15,-2 5 16,4-2-16,2 3 16,1-3-16,4-6 15,2 4-15,2 4 16,1 5 0,3-2-16,2-6 15,1-9-15,0 1 16,0 6-16,-2 3 15,1 2-15,1-7 16,0 0-16,0 3 16,-2 2-16,0-2 15,0 0-15,-1-4 16,0 0 0,3-2-16,-2 0 15,0-1-15,2 1 16,1-3-16,2 1 15,2 4-15,2 2 16,1-2-16,1 1 16,3 1-1,1-2-15,-1-1 0,3 1 16,-1-2 0,-1-5-16,1 5 15,0 2-15,0 1 16,0 1-16,0-7 15,-2-4-15,1 1 16,1 7-16,0 4 16,-1 1-16,0-5 15,-2-7 1,0-5-16,0-3 0,-1 0 16,1-1-1,-1 3-15,3 0 16,3 2-16,1-3 15,2-5-15,1-5 16,2-3-16,3-4 16,8 2-16,5-3 15,-2 0-15,-2-3 16,-7-2 0,1-1-16,-1 0 15,-2-1-15,2 0 16,-2-1-16,0-3 15,1 2-15,6 2 16,5 1-16,-4-1 16,3-2-16,-5 0 15,-2-1 1,2-2-16,2 1 0,-2 0 16,0-2-1,-1-2-15,4-5 16,6-6-16,1-1 15,-1-2-15,-4 1 16,0-7-16,0-3 16,3-6-16,-3-5 15,-4-1-15,-5-2 16,1 1-16,1-6 16,3-4-16,2-1 15,-5 6 1,3-1-16,0-2 15,2 0-15,3-5 16,-4 3-16,0-7 16,-2-4-16,-3 2 15,-1-9-15,-2 1 16,-2 4-16,2-6 16,0-2-1,3 11-15,2 3 16,-2 9-16,-3 0 15,2-4-15,1-6 16,-2-4-16,-3-6 16,-3-15-16,-5 11 15,1-1-15,-2 6 16,-1 0 0,-2-13-16,0-6 15,0-10-15,-1-6 16,-3 0-16,-6-4 15,0 13-15,0 8 16,-4 10-16,3 11 16,-6-3-16,-5-3 15,-6-4-15,-3 2 16,-1 6 0,-3 9-16,0 9 15,0 6-15,3 10 16,2 5-16,-3 2 15,-2 1-15,1 3 16,-4 0-16,2 4 16,3-1-16,-1-1 15,5 3-15,2 1 16,5 3 0,18 7-16,-27-6 15,27 6-15,-28 6 16,12 3-16,0 0 15,3 4-15,3 0 16,10-13-16</inkml:trace>
  <inkml:trace contextRef="#ctx0" brushRef="#br0" timeOffset="55965.36">15079 10763 0,'0'0'0,"0"0"0,0 0 15,1 2-15,3 11 16,5 15-16,6 15 15,1 5 1,2 5-16,0-2 16,0-3-16,1-1 15,-2-6-15,3 0 16,1-4-16,0 0 16,-1-9-16,-1-7 15,0-6-15,3-4 16,8-11-1,11-15-15,20-22 16,23-40-16,6-20 16,5-13-16,-4-4 15,-8 8-15,-3 5 16,-6 9-16,1 6 16,-3 11-16,2 1 15,-3 4-15,-6 8 16,-2 4-16,-6 7 15,-6 3 1,-2 7-16,-11 5 16,-8 10-16,-6 6 15,-10 9-15,-14 11 16,15-13-16,-15 13 16,0 0-16,0 0 15,0 0-15,0 0 16,16-1-1,-16 1-15,0 0 16,0 0-16,0 0 16,0 0-16,0 0 15,0 0-15,0 0 16,0 0-16,0 0 16,0 0-16,0 0 15,0 0-15,0 0 16,0 0-16,0 0 15,0 0-15,0 0 16,0 0 0,0 0-16,0 0 15,0 0-15,0 0 16,10 11-16,-10-11 16,0 0-16,0 0 15,0 0-15,0 0 16,0 0-16,0 0 15,0 0 1,0 0-16,0 0 16,0 0-16,0 0 15,0 0-15,0 0 16,0 0-16,0 0 16,0 0-16,0 0 15,0 0-15,0 0 16,0 0-16,0 0 15,0 0-15,0 0 16,0 0-16,0 0 16,0 0-1,0 0-15,0 0 16,0 0-16,0 0 16,-3 10-16,3-10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0-15,-10 11 16,10-11 0,0 0-16,0 0 15,0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15,0 0-15,0 0 16,0 0 0,0 0-16,-16 1 15</inkml:trace>
  <inkml:trace contextRef="#ctx0" brushRef="#br0" timeOffset="67947.89">5670 2250 0,'0'0'0,"0"0"0,0 0 0,0 0 15,17 2 1,4 1-16,11 1 16,7-1-16,-1 1 15,7-4-15,0 0 16,1-2-16,0 0 16,0 1-16,3 0 15,-1 0-15,6 0 16,2 1-1,-2 0-15,0 2 16,-7 4-16,-1 5 16,-2 1-16,-2 0 15,-1 1-15,3 2 16,6 4-16,3-1 16,4 0-16,6-8 15,11-10-15,15-6 16,5-6-1,4-12-15,-6-2 16,-8 3-16,-14 3 16,-11 10-16,-6 6 15,0 10-15,-2 5 16,0 0-16,0 4 16,0 4-16,5 3 15,-1-1-15,0-1 16,-3-5-1,3-10-15,4-2 16,-2-3-16,-1 2 16,-2 0-16,3-1 15,1-1-15,0 0 16,0 0-16,-2 0 16,2 1-16,1-1 15,-3 2-15,0-2 16,0 0-1,1 0-15,3 1 16,-2 1-16,-3 2 16,-2-2-16,1 2 15,7-1-15,3-1 16,4 0-16,3-3 16,4-2-16,6-6 15,2 3-15,-6-3 16,-9 1-1,-4 0-15,-4 1 16,-1 4-16,1 3 16,-4 3-16,-7 4 15,3 5-15,-4 5 16,3 3-16,-2 1 16</inkml:trace>
  <inkml:trace contextRef="#ctx0" brushRef="#br0" timeOffset="94115.38">21383 2476 0,'-5'-16'0,"2"6"0,3 10 0,-5-11 0,5 11 16,0 0 0,-19 12-16,8 5 15,-2 6-15,2-1 16,-1-1-16,1 1 15,0 12-15,0 22 16,6 2-16,0-4 16,3-18-1,0-10-15,0 10 16,1 4-16,-2-7 16,1-2-16,0-12 15,2-8-15,0-11 16,0 0-16</inkml:trace>
  <inkml:trace contextRef="#ctx0" brushRef="#br0" timeOffset="94667.48">21333 2673 0,'0'-2'0,"0"-10"16,0 12-16,0-10 16,0 10-16,0 0 15,18 8-15,1-1 16,-1-2 0,3 2-16,3 0 15,0 1-15,5 9 16,-2 3-16,1 5 15,-4 0-15,-2 0 16,-5-4-16,-1-1 16,0 0-16,-2-3 15,0-2-15,-5-3 16,-1-3 0,-8-9-16,0 0 15,23 12-15,-23-12 16,28 3-16,-6-9 15,7-15-15,2-4 16,-4-7-16,-6 6 16,-5 7-16,-5 5 15,0 2-15,2-3 16,1-7-16,-1-2 16,-6 14-1,-7 10-15,0 0 16,0 0-16,0 0 15,0 0-15,0 0 16,0 0-16,3-13 16,-3 13-16</inkml:trace>
  <inkml:trace contextRef="#ctx0" brushRef="#br0" timeOffset="95348.75">22439 2579 0,'-2'4'0,"2"-4"16,-7 15 0,-7 8-16,-1 5 15,-5 7-15,3 0 16,0 10-16,3-2 15,0-7-15,7-8 16,4-3-16,0-4 16,2 0-16,-1-8 15,2-13-15,2 16 16,-2-16-16,0 0 16,0 0-1,8 12-15,-8-12 16,20-13-16,13-21 15,20-27-15,-16 9 16,-11 3-16,-7 0 16,-2 6-16,-2 3 15,-1 6-15,-5 12 16,-4 8 0,-5 14-16,5-11 15,-5 11-15,0 0 16,22 4-16,7 16 15,4 8-15,-1 4 16,-2 2-16,-5-7 16,-4-3-16,-5-5 15,-2-2-15,0-2 16,-3-3-16,-2-1 16,-9-11-1,15 12-15,-15-12 16,31-7-16,-1-9 15,3-9-15,5-18 16,-2 1-16,-4-2 16,-9 7-16,-6 8 15,-5 4-15,-4 8 16,-5 4-16,-3 13 16,4-13-1,-4 13-15,0 0 16,1-11-16</inkml:trace>
  <inkml:trace contextRef="#ctx0" brushRef="#br0" timeOffset="98481.81">21108 3684 0,'0'0'0,"0"0"0,0 0 16,0 4-16,0-4 15,0 0-15,23 11 16,10-9-16,19 0 15,4-1 1,2 1-16,-6-4 16,1-5-16,-1-7 15,-6-3-15,-8 3 16,-10 4-16,-9 3 16,-19 7-16,19-7 15</inkml:trace>
  <inkml:trace contextRef="#ctx0" brushRef="#br0" timeOffset="98697.85">21418 3677 0,'0'4'0,"0"-4"0,0 0 16,-1 14-16,-2-3 15,-1 10-15,-1 14 16,0-6-16,1 15 15,4-8 1,0-3-16,1 1 16,-1-12-16,0 8 15,0-9-15,0 22 16,0-13-16,0-30 16</inkml:trace>
  <inkml:trace contextRef="#ctx0" brushRef="#br0" timeOffset="98998.18">21085 4382 0,'0'0'0,"0"0"0,0 0 16,0 0-16,0 0 15,0 0-15,4 0 16,-4 0-16,41 0 15,4-8-15,12-5 16,3 0 0,0 1-16,1-2 15,-6 3-15,-10 3 16,-13-1-16,-9 0 16,-5-4-16,-4 0 15,-14 13-15,14-13 16,-14 13-16,0 0 15</inkml:trace>
  <inkml:trace contextRef="#ctx0" brushRef="#br0" timeOffset="100397.94">24604 3796 0,'0'0'0,"0"0"0,0 0 16,0 0-16,0 0 15,0 0-15,0 0 16,0 0-16,0 0 16,-4-2-1,4 2-15,-19 3 16,-16 0-16,-17 6 16,2 2-16,9 4 15,7 0-15,1 4 16,3 5-16,4 0 15,6 3-15,6-5 16,6 0-16,4-4 16,4-2-1,4 0-15,4 1 16,3-2-16,9-1 16,8-11-16,7-6 15,8-9-15,-3-5 16,-5-3-16,-2-5 15,-6 1-15,-4-4 16,-4 4-16,-5 3 16,-3 4-1,-5 4-15,-2 1 16,-4 2-16,0-1 16,-5 0-16,-5 0 15,-5 1-15,-11-1 16,-8 6-16,-7 8 15,-7 7-15,-1 6 16,0 3-16</inkml:trace>
  <inkml:trace contextRef="#ctx0" brushRef="#br0" timeOffset="101580.73">22633 3592 0,'-2'4'0,"2"-4"0,-5 15 0,-2 13 15,1 12 1,3 9-16,3 8 16,2-4-16,2 6 15,-2-9-15,-1-16 16,0-5-16,0-6 15,-1-6-15,1-4 16,-1-13-16,1 12 16,-1-12-1,0 0-15,0 0 16,0 0-16,5-14 16,4-6-16,15-12 15,0 0-15,-3 10 16,-5 1-16,-1 4 15,-2 1-15,1 1 16,0 2-16,1 3 16,1 2-1,-16 8-15,24-12 16,-24 12-16,21-10 16,-21 10-16,20-9 15,-20 9-15,0 0 16,17-9-16,-17 9 15,0 0-15,0 0 16,0 0-16,0 0 16,0 0-16,0 0 15,0 0 1,0 0-16,0 0 16,0 0-16,2 33 15,-5 6-15,-2 10 16,-1 1-16,-1-3 15,-1-8-15,3-8 16,0-8-16,0-4 16,2-4-1,0-4-15,3-11 16,-3 16-16,3-16 16,-3 10-16</inkml:trace>
  <inkml:trace contextRef="#ctx0" brushRef="#br0" timeOffset="102616.15">23055 3636 0,'0'0'0,"0"0"0,0 0 16,0 0-1,0 0-15,-2 5 16,2-5-16,0 0 15,0 0-15,0 0 16,-6 9-16,6-9 16,0 0-16,5 20 15,0 1-15,2 4 16,1 3 0,-3-8-16,2 4 15,-4-5-15,-1 0 16,0 5-16,-1-1 15</inkml:trace>
  <inkml:trace contextRef="#ctx0" brushRef="#br0" timeOffset="103381.24">22930 3658 0,'0'0'0,"0"0"0,0 0 15,-6 5-15,1 5 16,-2 6-16,1 7 16,1-2-16,-1-1 15,3-5-15,-1 2 16,1 3-16,0-4 16,1 6-1,1-2-15,1 3 16,1 5-16,3 1 15,2 4-15,-1-15 16</inkml:trace>
  <inkml:trace contextRef="#ctx0" brushRef="#br0" timeOffset="105480.98">23183 4232 0,'-2'-2'0,"2"2"0,0 0 15,0 0-15,0 0 16,0 0-16,0 0 16,0 0-16,0 0 15,0 0-15,0 0 16,-15 0-1,15 0-15,-3 17 16,1-5-16,0-1 16,0 4-16,-2 5 15,1-1-15,0-4 16,1-2-16,0-2 16,2-11-16,-2 17 15,2-17-15</inkml:trace>
  <inkml:trace contextRef="#ctx0" brushRef="#br0" timeOffset="109614.32">22629 4599 0,'0'0'0,"0"0"16,-6 1-16,6-1 15,0 0-15,0 0 16,0 0-16,-14 11 16,14-11-16,0 0 15,0 0 1,0 0-16,0 0 16,0 0-16,30 1 15,-4-7-15,8-4 16,6 1-16,7-4 15,-3 2-15,-9 4 16,-1 4-16,-3 4 16,3 4-16,4 6 15,2 0 1,-3 0-16,2-1 16,-2-2-16,1-2 15,-1 1-15,2-2 16,-2-5-16,0-1 15,0-5-15,-5 0 16,1-3-16,-2-1 16,-5 1-1,-2 3-15,-3 0 0,-3 1 16,2 0 0,0-2-16,2 0 15,-4 2-15,-1 0 16,-17 5-16,26-7 15,-26 7-15,18-5 16,-18 5-16,0 0 16,0 0-16,0 0 15,0 0-15,16-8 16,-16 8 0,0 0-16,0 0 15,0 0-15,0 0 16,0 0-16,0 0 15,0 0-15,0 0 16,0 0-16,0 0 16,0 0-16,0 0 15,0 0-15,0 0 16,0 0 0,0 0-16,0 0 15,0 0-15,0 0 16,0 0-16,0 0 15</inkml:trace>
  <inkml:trace contextRef="#ctx0" brushRef="#br0" timeOffset="110764.31">23136 5108 0,'0'0'0,"0"0"15,0 0-15,-10 0 16,-5 0-16,-8 3 16,-1 6-16,3 3 15,5-1-15,3 1 16,0 1-16,2-1 16,11-12-16,-9 17 15,9-17 1,-3 21-16,6-5 15,6 1-15,10 2 16,5-6-16,4-2 16,-7-5-16,6-2 15,4-6-15,14 0 16,10-2-16,-8 2 16,-4-1-1,-19-2-15,-6-2 16,-18 7-16,23-20 15,-14 9-15,-2-6 16,-2 0-16,-3 4 16,-1 1-16,-1 12 15,-3-21-15,-6 7 16,-3-2-16,-11 1 16,-2 3-1,-8 5-15,-6 7 16,4 2-16,0 5 15,8 0-15,4 0 16,6 0-16,17-7 16</inkml:trace>
  <inkml:trace contextRef="#ctx0" brushRef="#br0" timeOffset="111298.54">23199 5744 0,'0'0'0,"1"2"16,-1-2-16,0 0 15,-4 20-15,0-4 16,0 4-16,-1-4 16,3-4-1,-2 1-15,1 2 16,-2-4-16,4 3 15,5 2-15,5-3 16,6 6-16,-2-5 16,8-4-16,17 2 15,2-5-15,-1-2 16</inkml:trace>
  <inkml:trace contextRef="#ctx0" brushRef="#br0" timeOffset="112714.15">23243 5587 0,'0'0'0,"-1"2"0,1-2 16,0 0-16,-16 9 16,16-9-16,-31 17 15,13-8-15,-2 3 16,1-1-1,4 4-15,0 4 16,5-2-16,3 1 16,3 0-16,6-1 15,9 2-15,7 5 16,5-5-16,1 2 16,-1-5-16,1-5 15,4-1-15,6-12 16,11-3-1,8-1-15,1-11 16,-9 2-16,1-11 16,-7-4-16,-3-8 15,-8 3-15,-11 10 16,-4 6-16,-6 5 16,-5-1-16,-4-1 15,-5-3-15,-8 1 16,-4 3-1,-12 0-15,-14 5 16,-9-1-16,0 11 16,10 2-16,7 2 15,6 5-15,6-1 16,4 2-16,4-1 16,17-9-16,-17 15 15</inkml:trace>
  <inkml:trace contextRef="#ctx0" brushRef="#br0" timeOffset="113980.99">23526 6342 0,'0'0'0,"-3"4"0,3-4 16,0 0-16,-29 17 16,6-11-16,2-1 15,-3 1-15,3 0 16,0-1-16,-1-1 16,3 4-16,-1 0 15,2 4-15,0-2 16,2 4-16,1 0 15,4-1 1,3-1-16,1 0 16,3 1-16,0 0 15,1 0-15,5 0 16,3 0-16,4 6 16,6 4-16,4 0 15,1-4-15,3-9 16,11-9-16,4-3 15,1-6-15,-6-4 16,-4-3 0,1-6-16,-2-1 15,-6-1-15,-2 3 16,-5 0-16,-1-1 16,-1 0-16,-3 3 15,-1 1-15,-5 5 16,-2 1-1,-2 11-15,-9-20 0,-7 12 16,-8 1 0,-8 3-16,-7 6 15,2 3-15,1 4 16,8 2-16,11-4 16,17-7-16,-18 8 15,18-8-15,0 0 16</inkml:trace>
  <inkml:trace contextRef="#ctx0" brushRef="#br0" timeOffset="138081.01">13471 1023 0,'0'0'0,"0"0"0,0 0 15,0 0-15,12 0 16,11 0-16,13 0 15,7 0-15,-1 0 16,1 0 0,-2-1-16,4-3 0,2-2 15,-4 0 1,-10 1-16,-5-2 16,-4 1-16</inkml:trace>
  <inkml:trace contextRef="#ctx0" brushRef="#br0" timeOffset="138530.72">13418 1097 0,'0'0'0,"-2"8"0,-1 7 15,-7 23-15,-5 21 16,1 12-16,-1-3 16,4-3-16,0-4 15,-1 5 1,1 1-16,0-2 16,0-5-16,2-8 15,-5 0-15,-4-3 16,-5-2-16,2-10 15,1-8-15,1-6 16,0-8-16,-1-4 16,0-7-16,-3-10 15,-4-12 1,0-9-16,4-6 16,5-4-16,4 0 15,2-2-15,6 4 16,2 6-16,4 8 15,0 6-15,4 4 16,6-2-16,11-2 16</inkml:trace>
  <inkml:trace contextRef="#ctx0" brushRef="#br0" timeOffset="138880.56">13000 1523 0,'0'0'0,"0"0"15,4 2-15,-4-2 16,32 17-16,6 0 16,12-1-1,9-8-15,-2-6 16,1-4-16,-4-3 16,-4-3-16,-5-1 15,-6-1-15,-4-1 16,-6 2-16,-1 0 15,1-1-15,7-5 16</inkml:trace>
  <inkml:trace contextRef="#ctx0" brushRef="#br0" timeOffset="139414.42">14469 1122 0,'-2'4'0,"-6"6"0,-8 13 15,-31 41-15,-16 22 16,4-1-16,2 7 15,9-3-15,3-1 16,6-9-16,6-12 16,5-8-16,6-8 15,6-2 1,5-4-16,6-3 16,7-5-16,12-2 15,11-1-15,8-1 16,4-8-16,3-2 15,4-8-15,1-6 16,7-6-16</inkml:trace>
  <inkml:trace contextRef="#ctx0" brushRef="#br0" timeOffset="140180.82">14590 1697 0,'0'0'0,"0"-3"0,0 3 0,7-16 16,4-4-16,12-10 15,11 0-15,2 2 16,0 5 0,-5 7-16,-3 6 15,-2 5-15,0 5 16,-6 3-16,-1 8 15,-3 7-15,-2 12 16,-4 8-16,-9 13 16,-9 1-16,-5 4 15,-6-7-15,0-1 16,-1 0 0,2-3-16,1-4 15,4-12-15,3-9 16,4-7-16,6-13 15,0 0-15,0 0 16,0 0-16,-3-41 16,30-20-16,14-3 15,10-4-15,4 0 16,-1 5 0,-4 6-16,-10 9 15,-3 8-15,-7 5 16,-7 8-16,-5 8 15,-7 4-15,-11 15 16,10-11-16,-10 11 16,0 0-16,-1 10 15,-6 13-15,-8 14 16,-9 16 0,-3 6-16,1-2 15,4-4-15,6-10 16,8-7-16,3-4 15,4-7-15,3-6 16,5-7-16,-7-12 16,33 11-16,-4-13 15,5-9-15,-2-6 16</inkml:trace>
  <inkml:trace contextRef="#ctx0" brushRef="#br0" timeOffset="140496.99">15493 1165 0,'0'0'0,"0"0"0,0 0 0,7 7 0,6 8 16,19 23-16,10 18 16,-8 14-16,-7-1 15,-16-2-15,-5 10 16,-9 7 0,-11-2-16,-17 2 15,-10-7-15,-6-5 16,-31 41-1</inkml:trace>
  <inkml:trace contextRef="#ctx0" brushRef="#br0" timeOffset="142414.01">15757 1719 0,'0'0'0,"0"0"16,0 0-16,0 0 15,0 0-15,0 0 16,4 0-16,-4 0 16,28-2-16,-9 1 15,6 0 1,2 1-16,3 1 15,4 2-15,-5 3 16,-2-1-16,-3 0 16,1 0-16,-3-2 15,0 0-15</inkml:trace>
  <inkml:trace contextRef="#ctx0" brushRef="#br0" timeOffset="142663.88">15803 1979 0,'0'0'0,"0"0"15,7 3-15,-7-3 16,40 12-1,-6 0-15,6-5 16,3-4-16,3-5 16,-5 0-16,-1-2 15,2 2-15</inkml:trace>
  <inkml:trace contextRef="#ctx0" brushRef="#br0" timeOffset="144281.15">16989 1236 0,'0'0'0,"-7"13"0,-3 13 15,-10 32-15,1 9 16,3-7-16,1-2 16,-1 7-16,3-2 15,2-7-15,1-12 16,2-4-16,1-5 15,0-5-15,2-7 16,3-5 0,0-2-16</inkml:trace>
  <inkml:trace contextRef="#ctx0" brushRef="#br0" timeOffset="144697.32">16324 1924 0,'0'0'0,"0"0"0,0 0 0,0 0 0,2 3 16,-2-3-16,28 25 15,18 0-15,34-8 16,18-1 0,17-16-16,5-7 15,14-7-15,-1-9 16,3-2-16,-8-1 16,-4 2-16,2-1 15,-10 3-15,0 4 16,-13 8-16,-12 5 15,-14 5-15,-12 3 16,-10 1 0,-8 0-16,-11 0 15,-11-2-15,-9 1 16,-16-3-16,-3 14 16,-46 24-16</inkml:trace>
  <inkml:trace contextRef="#ctx0" brushRef="#br0" timeOffset="145065.26">16506 2445 0,'0'0'0,"0"0"0,0 0 16,0 0-16,0 0 16,0 0-16,1 3 15,-1-3-15,18 28 16,-4 3-16,2 15 15,-5 8-15,-2 6 16,-5-6-16,-5-2 16,-4-11-1,-2-2-15,3-3 16,-3-6-16</inkml:trace>
  <inkml:trace contextRef="#ctx0" brushRef="#br0" timeOffset="145347.42">16841 2618 0,'5'-1'0,"-5"1"0,0 0 0,27-10 0,25-5 15,20 1-15,-1 4 16,-6 3-16,-14-1 16,-6 4-1,0-1-15,0-1 16,-4 1-16,-8-1 16,-10-3-16,-23 9 15,19-22-15</inkml:trace>
  <inkml:trace contextRef="#ctx0" brushRef="#br0" timeOffset="145597.1">17121 2432 0,'0'0'0,"0"0"0,0 2 15,0 11-15,0 19 16,0 21-16,0 14 16,0 13-1,0 0-15,0-2 16,0-17-16,-2-1 16,-4-2-16</inkml:trace>
  <inkml:trace contextRef="#ctx0" brushRef="#br0" timeOffset="146131.29">17888 2673 0,'4'-4'0,"-4"4"0,17-21 0,1-9 15,-4-5 1,-7 1-16,-7 5 16,-7 5-16,-6 7 15,-9 8-15,-9 4 16,-6 13-16,-6 18 15,-2 10-15,3 15 16,6 4-16,10 4 16,7 0-16,9 1 15,14-5 1,8 3-16,1-17 16,13-13-16,-2-9 15,6-8-15,5-4 16,8-6-16,4-2 15,1-8-15</inkml:trace>
  <inkml:trace contextRef="#ctx0" brushRef="#br0" timeOffset="146398.07">18176 2318 0,'0'0'0,"1"-2"15,-1 2-15,0 0 16,37 1-16,-3 2 15,0-1-15,0-4 16,-2-2-16,-2-7 16</inkml:trace>
  <inkml:trace contextRef="#ctx0" brushRef="#br0" timeOffset="146896.81">18497 2159 0,'0'0'0,"0"0"0,0 0 16,10-3-16,12-4 15,15 6 1,0 5-16,-8 2 16,-7 5-16,-3 2 15,-3 7-15,-3 9 16,-4 9-16,-3 5 15,-6-5-15,-4-9 16,0-9-16,-1-4 16,1-4-16,4-12 15,-3 12-15,3-12 16,0 0 0,2-22-16,8-25 15,32-16-15,9 2 16,-4 13-16,-7 9 15,-13 10-15,-6 8 16,-4 4-16,-7 7 16,-10 10-16,0 0 15,0 0 1,0 0-16,0 0 16,1 23-16,-12 15 15,-5 5-15,3-2 16,11 3-16,6-10 15,5-10-15,6-10 16,32-16-16</inkml:trace>
  <inkml:trace contextRef="#ctx0" brushRef="#br0" timeOffset="151263.97">12808 2223 0,'0'0'0,"0"0"0,0 0 16,0 0-16,0 0 15,0 0-15,8 4 16,-8-4-16,28 9 16,-2-2-16,5-3 15,3-4-15,2-1 16,0-2-1,0 1-15,0-3 16,-1 2-16,3-1 16,3 1-16,4-4 15,2 2-15,-2-1 16,0-1-16,-4-1 16,-6-1-16,-7 1 15,-8 1-15,-20 7 16,26-8-16,-26 8 15,0 0-15,23-7 16,-23 7 0</inkml:trace>
  <inkml:trace contextRef="#ctx0" brushRef="#br0" timeOffset="156047.97">10818 2963 0,'0'0'0,"0"0"0,0 0 16,0 0-16,0 0 16,0 0-1,0 0-15,0 0 16,0 0-16,0 0 15,0 0-15,12-1 16,7-1-16,7 0 16,9 0-16,5-3 15,4 1-15,-2 2 16,-5-2-16,1-3 16,-7 2-16,-1 1 15,-2-4 1,-4 3-16,2-2 15,-3 1-15,-6 2 16,0-2-16,-17 6 16,24-7-16,-24 7 15,0 0-15</inkml:trace>
  <inkml:trace contextRef="#ctx0" brushRef="#br0" timeOffset="156497.84">10891 3018 0,'0'0'0,"0"0"16,0 0-1,0 0-15,-2 8 16,-1 10-16,0 10 15,-4 9-15,0 12 16,-4 11-16,2 7 16,-2 5-16,-5-4 15,-6-2-15,-1 4 16,-5-2-16,-1-3 16,-2-4-1,0-5-15,-1 0 16,-1-4-16,-2-5 15,0-8-15,1-11 16,-2-6-16,-1-5 16,1-8-16,-2-9 15,2-7-15,0-11 16,5-1-16,6-5 16,1-1-1,8 1-15,4 1 16,6 6-16,6-1 15,2-12-15</inkml:trace>
  <inkml:trace contextRef="#ctx0" brushRef="#br0" timeOffset="156913.81">10356 3441 0,'0'0'0,"0"0"16,0 0-16,0 0 16,0 0-16,0 0 15,0 0 1,0 0-16,0 0 15,10 3-15,8 2 16,17-1-16,11-1 16,5-5-16,6 1 15,-1-2-15,1 2 16,-8 0-16,-5 0 16,-9-1-16,-4 1 15,-5 1 1,2 0-16,1 0 15,-2-1-15,2-2 16,-2 1-16,1-3 16,0 3-16,-3-1 15</inkml:trace>
  <inkml:trace contextRef="#ctx0" brushRef="#br0" timeOffset="157413.82">11676 2938 0,'0'0'0,"-1"3"0,1-3 15,-16 29-15,-5 10 16,-4 13-16,-3 6 16,4 5-16,-1 6 15,0 4 1,3-2-16,-3 1 15,3-1-15,-2 4 16,5-7-16,3-5 16,5-9-16,4-6 15,0 1-15,7-9 16,2 0-16,7-5 16,1-8-16,5-6 15,3-3-15,5-7 16,8-5-1,10-13-15,3-10 16,-7-1-16</inkml:trace>
  <inkml:trace contextRef="#ctx0" brushRef="#br0" timeOffset="158131.16">11705 3554 0,'0'0'0,"0"0"0,0 0 0,0-1 0,0 1 16,1-11-16,3 0 16,3-6-16,5-6 15,7-2-15,1 2 16,1 3-1,-1 3-15,-2 5 16,0 4-16,-3 4 16,-15 4-16,23 7 15,-16 8-15,-4 10 16,-1 17-16,-7 9 16,-5 12-16,-4 2 15,-9-3 1,1-8-16,-2-7 15,0-6-15,2-9 16,2-3-16,3-8 16,7-10-16,10-11 15,0 0-15,0 0 16,13-47-16,28-33 16,15-11-16,8 3 15,-7 11-15,-2 12 16,-14 11-1,-6 10-15,-8 6 16,-6 6-16,-5 8 16,-5 7-16,-1 4 15,-10 13-15,10-15 16,-10 15-16,0 0 16,0 0-16,0 0 15,-14 41-15,-3 8 16,-2-1-16,2-7 15,-1 0 1,2-1-16,-3 3 16,3-1-16,3-4 15,7-5-15,4-5 16,2-2-16,4-3 16,2-8-16,1-5 15,-7-10-15,28 11 16,-4-11-1,10-3-15,4-11 16</inkml:trace>
  <inkml:trace contextRef="#ctx0" brushRef="#br0" timeOffset="158547.47">12646 2776 0,'0'0'0,"0"0"0,2 3 15,-2-3-15,14 32 16,1 5-16,5 17 15,0 14 1,-5-3-16,-3 2 16,-3 4-16,-5 11 15,-9 1-15,-6 0 16,-9-13-16,-10 6 16,-6 3-16,-16 0 15,-6-6-15,-1-12 16,-4-1-16,4-7 15,1-7 1,2-6-16,6-11 16,11-7-16,8-6 15,3-12-15</inkml:trace>
  <inkml:trace contextRef="#ctx0" brushRef="#br0" timeOffset="159163.92">12972 3577 0,'0'0'0,"0"0"15,0 0-15,0 0 16,0 0-16,0 0 16,1 3-16,-1-3 15,0 0-15,27 16 16,1-5-16,7 0 15,9 0 1,-2-8-16,-1-3 16,-3 0-16,-4-4 15,0-2-15,-1 1 16,0 0-16,0 0 16,-2-1-16,-4 1 15,-4 1-15,-5-1 16,-18 5-16,23-4 15,-23 4 1,0 0-16,18-3 16,-18 3-16,0 0 15</inkml:trace>
  <inkml:trace contextRef="#ctx0" brushRef="#br0" timeOffset="159582.35">12925 3982 0,'0'0'0,"0"0"15,0 2 1,0-2-16,0 0 16,19 13-16,2-1 15,14-4-15,1-6 16,5-4-16,3-5 16,0-2-16,-1-4 15,-3-1-15,-1-1 16,2 1-16,-1 0 15,3-2-15,-1 3 16,-5 2 0,-6 2-16,-4 3 15,-5 1-15,-3 3 16,-3 2-16</inkml:trace>
  <inkml:trace contextRef="#ctx0" brushRef="#br0" timeOffset="161613.71">13868 3453 0,'0'0'0,"2"-4"0,-2 4 0,26-32 16,10 1-16,15-5 15,4 4-15,1 4 16,1 8-16,-8 8 15,3 5-15,-8 7 16,-6 0-16,-6 7 16,-5 5-16,-3 6 15,-3 8 1,-8 8-16,-7 9 16,-8 6-16,-12 7 15,-6 4-15,-7 7 16,-1-8-16,1-8 15,4-10-15,1-10 16,3 0-16,3-10 16,5-4-16,4-7 15,7-10 1,-12 12-16,12-12 16,0 0-16,0 0 15,0 0-15,3-23 16,17-11-16,16-17 15,15-12-15,3-1 16,-1 3-16,0 1 16,-4 10-16,-3 4 15,-6 12 1,-5 6-16,-5 6 16,-5 6-16,-8 5 15,-17 11-15,22-11 16,-22 11-16,0 0 15,0 0-15,0 0 16,0 0-16,0 0 16,0 0-16,0 0 15,0 0 1,-2 11-16,-15 4 16,-6 8-16,-3 6 15,-2 3-15,0 6 16,-1 6-16,2 7 15,3 2-15,3-5 16,8-10-16,6-14 16,9-13 15,-2-11-31,68-12 16,16-32-16,-11 0 15,15-11-15,-7 1 16,4-2-16,-15 7 15</inkml:trace>
  <inkml:trace contextRef="#ctx0" brushRef="#br0" timeOffset="164280.76">10280 4247 0,'0'0'0,"0"0"16,0 4-16,0-4 15,0 0 1,0 0-16,2 12 16,9-1-16,10 9 15,20 0-15,16-3 16,7-3-16,12-5 15,6-4-15,4-6 16,7-3-16,7-2 16,7-3-16,6 3 15,4-3-15,-7 3 16,3-1 0,-9 1-16,1 2 15,3-1-15,-2-1 16,7-3-16,6-4 15,5-6-15,-4 0 16,3 1-16,-8 0 16,6-1-16,-4 2 15,-3 5-15,0 3 16,-4 4-16,0 2 16,-3 2-1,3-1-15,2 1 16,-2-1-16,3 2 15,-5-2-15,-9-4 16,5-6-16,-8 0 16,-4 1-16,-3 0 15,-5 3-15,-3-2 16,-6 1 0,-5 2-16,-3-3 15,-6 2-15,-1-3 16,-3-1-16,-3 1 15,-3 1-15,1-1 16,-4 2-16,0 0 16,-3-1-16,-6-1 15,-3-2-15,-2-2 16,1-2-16,4-9 16,2-11-1,-3-14-15,0-7 16,-8-2-16,-8 1 15,-9 2-15,-6-5 16,-6 4-16,-6-2 16,-6 3-16,-2 4 15,-8 1-15,-3-2 16,-9-2 0,-5 1-16,-5 0 15,-6 4-15,-5 8 16,-3 4-16,-2 3 15,-8 3-15,-6 1 16,-8 1-16,-1 4 16,-7 1-16,-3 3 15,-3 3-15,-4 2 16,-5-1-16,-3 2 16,-2 2-1,-4-2-15,-2 3 16,-7-1-16,-9 4 15,7 5-15,-4 4 16,-3 6-16,-3 3 16,-3 1-16,-1 3 15,3-1-15,0 5 16,1 2-16,8 1 16,2 1-1,2 0-15,5-1 16,2 1-16,2-1 15,5-1-15,1-4 16,5 1-16,1-4 16,4-3-16,4 1 15,12-5-15,7-2 16,8-1-16,5-2 16,5-2-1,6 1-15,-1 0 16,-4 2-16,-4-3 15,-4 2-15,-3 6 16,4 5-16,8-1 16,8 2-16,4-2 15,-2 1-15,7-1 16,4 2-16,6-3 16,6 1-16,1 1 15,-6 9 1,-10 16-16,-9 16 15,0 12-15,6 0 16,5 3-16,9 2 16,3 1-16,5-1 15,2-3-15,0 2 16,3 2-16,3 4 16,3 3-16,3-5 15,2-6 1,1 0-16,1 0 15,3 0-15,-1-6 16,1-6-16,-1-5 16,3 0-16,2-5 15,2-5-15,0-6 16,1-8-16,3-4 16,4-2-16,5-2 15,12-2 1,13-5-16,14-5 15,13-8-15,14-7 16,3-2-16,0-3 16,-1-2-16</inkml:trace>
  <inkml:trace contextRef="#ctx0" brushRef="#br0" timeOffset="173080.92">18067 708 0,'0'0'0,"-1"-4"0,1 4 0,0 0 0,-5-16 16,-8 0-16,-7-5 15,-9-2-15,-9-2 16,-2 3-16,-4 2 16,1 3-16,-1 2 15,2 5 1,2 1-16,-1 2 15,-3-1-15,-7 5 16,-6 3-16,-11 5 16,-8 8-16,1 5 15,-1 6-15,6 3 16,2 3-16,5 6 16,4 5-1,6-1-15,3 1 16,3 2-16,1 4 15,-1 4-15,2 7 16,0 1-16,1 4 16,3-2-16,2 4 15,1-2-15,4-1 16,4-3-16,6-3 16,3-2-16,7-1 15,2 2 1,1 2-16,3 3 15,3 3-15,4 0 16,0 6-16,1 2 16,1-4-16,0 4 15,2 0-15,1 2 16,0 2-16,1-5 16,3-2-16,2 1 15,3 3-15,1-5 16,1 1-1,3-3-15,2-2 16,4-1-16,7 1 16,4-8-16,3-1 15,1-2-15,1-5 16,7 5-16,1-6 16,3-3-16,0-2 15,4-5-15,3-3 16,4-2-1,4-6-15,1-4 16,3-5-16,5-6 16,3-3-16,1-5 15,4-6-15,3-3 16,-1-7-16,2-2 16,3-4-16,-4 0 15,6-5 1,-7-3-16,4-3 15,4-9-15,-5-5 16,-7-5-16,-6-3 16,3-5-16,5-10 15,1-9-15,-8 1 16,-8 2-16,-13 6 16,-3-5-16,-10 4 15,-6 2-15,-6-2 16,-9-1-1,-6-4-15,-5 0 16,-5 8-16,-5-4 16,-5-3-16,-3-3 15,-2 1-15,-5 4 16,-7 2-16,-7-7 16,-6 2-16,-3 4 15,-5-1 1,-2 2-16,-2-1 15,-1 0-15,-1 3 16,-1 2-16,-9-1 16,0 2-16,-3 4 15,-4-1-15,1 6 16,-4 1-16,0 3 16,1 2-16,-7 1 15,-1 3-15,-2 6 16,-11 7-16,-3 13 15,-2 5 1,-9 6-16,4 6 16,1 2-16,5 7 15,1 3-15,8 7 16,7 9-16,5 7 16,3 18-16</inkml:trace>
  <inkml:trace contextRef="#ctx0" brushRef="#br0" timeOffset="173746.35">18097 2611 0,'0'0'0,"0"0"0,0 0 16,-6-4-16,6 4 15,-19 4-15,-5 0 16,-18 5-16,0 7 16,-5 5-16,1 1 15,-3 4-15,-5 2 16,-1 3-16,0 0 15,7-3 1</inkml:trace>
  <inkml:trace contextRef="#ctx0" brushRef="#br0" timeOffset="175479.62">15397 3956 0,'0'0'0,"0"0"0,0 0 15,0 2-15,0-2 16,0 0-16,0 0 15,0 13-15,0-13 16,0 0-16,0 0 16,0 10-1,0-10-15,0 0 16,0 0-16,0 0 16,0 10-16,0-10 15,0 0-15,0 0 16,0 0-16</inkml:trace>
  <inkml:trace contextRef="#ctx0" brushRef="#br0" timeOffset="200815.9">14443 13439 0,'0'0'0,"0"0"0,0 0 15,-5 0-15,5 0 16,0 0-16,0 0 15,0 0-15,0 0 16,0 0-16,0 0 16,0 0-16,0 0 15,0 0-15,-10 10 16,16 3-16,3 6 16,3 10-1,5 8-15,0 0 16,-2-1-16,-2-3 15,-2-3-15,-1-3 16,-1-1-16,-2-4 16,-2-1-16,1-3 15,-3-4-15,-1-4 16,1 0 0,-3-10-16</inkml:trace>
  <inkml:trace contextRef="#ctx0" brushRef="#br0" timeOffset="201212.9">14534 13820 0,'0'0'0,"0"0"0,0 0 0,0 0 15,0 0-15,0 0 16,0 0-16,6-7 16,3-7-16,11-19 15,7-15-15,5-16 16,3-8-16,-4 4 16,-1 3-1,-4 1-15,-3 4 16,-5 6-16,-4 11 15,-2 11-15,-5 7 16,1 5-16,-4 5 16,0 3-16,-4 12 15,3-13-15,-3 13 16,0 0-16,0 0 16</inkml:trace>
  <inkml:trace contextRef="#ctx0" brushRef="#br0" timeOffset="201597.27">14641 13605 0,'0'0'0,"0"0"16,0 0-16,0 0 15,0 2 1,0-2-16,0 0 15,0 0-15,0 0 16,0 0-16,3 11 16,-3-11-16,19 22 15,-3-4-15,1 3 16,7 2-16,2 2 16,1-1-1,3 0-15,0 0 16,2 0-16,3-3 15,1-4-15,1 0 16,-3-3-16,-4-2 16,-3-2-16,-4-1 15,-4-1-15,-4 0 16,-15-8-16,19 9 16,-19-9-16,0 0 15,0 0 1</inkml:trace>
  <inkml:trace contextRef="#ctx0" brushRef="#br0" timeOffset="-206817.06">14275 14057 0,'0'0'0,"0"0"0,4 2 0,-4-2 16,16 15-16,-4-3 15,3 0-15,4-2 16,4-2-16,5-3 16,-1-2-16,2-5 15,3 0 1,4-2-16,3-1 16,2-1-16,1 1 15,-1 0-15,-3 0 16,2-1-16,-2 1 15,0 0-15,-2 0 16,-2 3-16,-4 2 16,-3 1-1,0 1-15,-2 1 16,-6-1-16,-4 1 16,-15-3-16,19 5 15,-19-5-15,0 0 16,0 0-16,0 0 15,0 0-15,-5 9 16,-19-2-16,-9-1 16,-6 0-1,-3-2-15,-4-1 16,1 0-16,0 0 16,0-1-16,3-1 15,1 1-15,3 0 16,4-2-16,2 3 15,5 0-15,2 3 16,6-3-16,19-3 16,-25 7-16,25-7 15,0 0 1,0 0-16,-17 6 16,17-6-16,0 0 15,0 0-15,12 11 16,7-1-16,9 3 15,12-7-15,2-1 16,7-5-16,-1 0 16,0-2-16,0 2 15,-3-1 1,-2-1-16,-5 1 16,-1 0-16,-8 0 15,-7-1-15,-2 2 16,-20 0-16,25 0 15,-25 0-15,16 0 16,-16 0-16,0 0 16,0 0-1,0 0-15,-35-16 0,3 3 16,-10 1 0,-5 3-16,-4 2 15,-2 4-15,4 3 16,0 1-16,4 1 15,2 1-15,1 0 16,5-2-16,5 1 16,10-2-16,6 0 15,16 0-15,-16 0 16,16 0 0,0 0-16,0 0 15,0 0-15,16-12 16,14 4-16,8 2 15,4 2-15,-1 3 16,-1 2-16,-1 1 16,-4 1-16,-3 1 15,-6 0-15,-6 1 16,-20-5 0,25 10-16,-25-10 15,0 0-15,18 10 16,-18-10-16,0 0 15,0 0-15,0 0 16,0 0-16,9 11 16,-9-11-16,0 0 15,0 0-15,0 0 16,0 0 0,0 0-16,0 0 15,0 0-15,0 0 16,0 0-16,0 0 15,0 0-15,0 0 16,0 0-16,0 0 16,0 0-16,0 0 15</inkml:trace>
  <inkml:trace contextRef="#ctx0" brushRef="#br0" timeOffset="-201767.49">22975 5867 0,'0'0'0,"0"0"0,0 0 15,0 0-15,0 0 16,-4 0-16,4 0 16,0 0-1,0 0-15,0 0 16,0 0-16,1 16 16,-1-16-16,9 19 15,0 2-15,8 5 16,6 8-16,4 2 15,2 1-15,1 3 16,1 0 0,0-2-16,-1 0 15,-5-4-15,0-2 16,-2-2-16,-4-4 16,-2-1-16,-1-5 15,-2-2-15,3 0 16,14-5-16</inkml:trace>
  <inkml:trace contextRef="#ctx0" brushRef="#br0" timeOffset="-200384.03">24083 5440 0,'0'0'0,"0"0"0,0 0 16,-7 0-16,7 0 15,-31-4-15,-12-3 16,-20-3-16,-10-1 15,3-2-15,1 2 16,-1-2-16,-9 0 16,-3-1-1,-5 1-15,-5 8 16,5 6-16,-3 5 16,-3 9-16,-1 4 15,-13 9-15,0 4 16,-3 8-16,-2 6 15,4 6-15,-4 4 16,0 2-16,7 0 16,9 4-1,10 0-15,11-2 16,8-2-16,8-2 16,2 6-16,9-2 15,3 1-15,-2 8 16,3 2-16,5 3 15,-3 12-15,2 0 16,0 7-16,-2 6 16,-2-1-1,3-2-15,3-2 16,3 12-16,12-5 16,9 2-16,9-3 15,6-9-15,4-1 16,7-3-16,3-11 15,7-1-15,3-6 16,6-7 0,8-8-16,9-5 15,7-4-15,14-4 16,7-9-16,15-6 16,7-10-16,13-6 15,9-12-15,2-9 16,13-13-16,-3-3 15,14-5-15,-7-2 16,5-6-16,-4-1 16,1-7-16,3-8 15,-7 0 1,7-8-16,-9-3 16,-3-4-16,-2-6 15,-17-1-15,-6 0 16,0-8-16,-12 2 15,3-9-15,-11 7 16,-4-7-16,-6-2 16,-12 3-1,3-1-15,-9-2 16,-12 0-16,-13 5 16,-11 4-16,-4-2 15,-14-1-15,-13-3 16,-15-2-16,-7 7 15,-8 7-15,-10 3 16,-10 5-16,-3-1 16,-2 6-16,1 9 15,-5 6 1,3 13-16,2 6 16,1 8-16,12 9 15,8 4-15,11 6 16,6-1-16,6 3 15,18 4-15,-25-4 16,25 4-16,0 0 16,-15-4-16,15 4 15,0 0 1,0 0-16,0 0 16,0 0-16,0 0 15,0 0-15,0 0 16,0 0-16,0 0 15,0 0-15,0 0 16,0 0-16,0 0 16,0 0-16,0 0 15,0 0 1,0 0-16,0 0 16,0 0-16,0 0 15,0 0-15,0 0 16,0 0-16,0 0 15</inkml:trace>
  <inkml:trace contextRef="#ctx0" brushRef="#br0" timeOffset="-196017.63">19943 10891 0,'0'0'0,"0"3"0,0-3 15,0 0 1,0 0-16,-3 11 16,3-11-16,0 0 15,0 15-15,0-15 16,-4 24-16,0 8 16,0 13-16,0 18 15,3 9-15,2 5 16,2 7-16,2 4 15,0-5 1,7 5-16,-1-1 16,3 0-16,0-4 15,-1-7-15,0-5 16,-1-6-16,-1-9 16,-2-4-16,0-7 15,-4-9-15,0-6 16,-1-8-1,-2-7-15,-1-4 16,-1-11-16,0 0 16,1 11-16,-1-11 15,0 0-15,0 0 16,0 0-16,0 0 16,0 0-16,0 0 15,0 0-15,0 0 16,-4-11-16</inkml:trace>
  <inkml:trace contextRef="#ctx0" brushRef="#br0" timeOffset="-189867.22">14978 11576 0,'0'0'0,"0"0"0,0 0 0,0 0 16,0 3-16,0-3 15,1 15-15,2 0 16,2 8-16,2 1 16,2 1-16,-2-2 15,-1-4-15,-1 0 16,1-7-16,-6-12 16,5 15-1,-5-15-15,0 0 16,0 0-16,37-26 15,1-36-15,11-24 16,-2-1-16,-6 15 16,-3 0-16,-5 14 15,0 6-15,-5 9 16,-6 13-16,-4 6 16,-5 9-16,-3 4 15,-10 11 1,10-11-16,-10 11 15,0 0-15,0 0 16</inkml:trace>
  <inkml:trace contextRef="#ctx0" brushRef="#br0" timeOffset="-189283.75">15073 12074 0,'0'0'0,"0"0"0,0 0 15,0 0-15,3 3 16,-3-3-16,0 0 16,20 10-16,-20-10 15,27 1 1,-7-8-16,7-10 15,11-9-15,-3-4 16,1-6-16,-5 5 16,-7 5-16,-5 1 15,-2 3-15,-4 1 16,-3 5-16,-3 2 16,-7 14-16,5-9 15</inkml:trace>
  <inkml:trace contextRef="#ctx0" brushRef="#br0" timeOffset="-188217.33">14879 12593 0,'0'0'0,"0"0"0,0 0 16,0 0-16,0 0 15,0 0-15,4 1 16,-4-1-16,0 0 16,20 13-16,-20-13 15,16 12-15,-16-12 16,14 15-16,-14-15 15,14 19 1,-5-8-16,3 5 16,-2 4-16,1 1 15,-1 1-15,-3-1 16,0-3-16,-3-3 16,-1-4-16,-3-11 15,5 17-15,-5-17 16,4 11-16,-4-11 15,0 0 1,19 2-16,4-18 16,14-17-16,7-15 15,3-9-15,1-7 16,-6 4-16,-5 5 16,-1 1-16,-7 5 15,-4 1-15,-4 5 16,-5 5-16,-6 15 15,-1 5 1,-2 3-16,0 5 16,1-1-16,-8 11 15</inkml:trace>
  <inkml:trace contextRef="#ctx0" brushRef="#br0" timeOffset="-167251.36">2766 9083 0,'0'0'0,"0"0"0,0 0 0,1 3 15,2 8-15,6 21 16,0 33-16,-4 25 15,-5 18-15,-3 6 16,-3-1-16,-1-4 16,-2-7-16,1-10 15,2-11-15,0-13 16,1-10-16,2-15 16,1-10-16,0-12 15,2-8 1,0-13-16,0 0 15,0 0-15</inkml:trace>
  <inkml:trace contextRef="#ctx0" brushRef="#br0" timeOffset="-166799.89">2715 9195 0,'0'0'0,"0"0"0,0 0 16,-6-1-1,6 1-15,0 0 16,-18-13-16,18 13 16,0-17-16,22-13 15,22-30-15,17-6 16,4 9-16,4 9 16,-6 9-16,-2 9 15,-5 11-15,2 10 16,2 11-1,-1 9-15,-5 11 16,-7 8-16,-11 8 16,-6 7-16,-15 5 15,-12 5-15,-16 7 16,-20 9-16,-14 2 16,-18-4-16,-7-5 15,-7-5 1,-3-7-16,0-6 15,4-11-15,9-11 16,10-6-16,10-6 16,10-5-16,8-3 15,10-3-15,21-1 16,-22 0-16,22 0 16,0 0-16</inkml:trace>
  <inkml:trace contextRef="#ctx0" brushRef="#br0" timeOffset="-166317.7">4157 9000 0,'0'0'0,"-4"-2"16,4 2-16,-18-12 16,1 3-16,0 2 15,-1 7-15,-13 15 16,-18 17-1,-21 37-15,-3 24 16,8 8-16,8 7 16,11 6-16,11-8 15,11-3-15,13-6 16,7-6-16,10-6 16,10-10-16,10-7 15,12-7-15,11-13 16,8-13-1,10-19-15,7-12 16,3-14-16,-2-16 16,-5-5-16,2-13 15</inkml:trace>
  <inkml:trace contextRef="#ctx0" brushRef="#br0" timeOffset="-165767.18">4722 9222 0,'0'0'0,"0"0"0,0 0 16,0 13-16,0 21 16,0 33-16,-1 21 15,-3 6-15,-3 4 16,-2 2-1,-3-8-15,-1-10 16,0-15-16,3-20 16,3-14-16,-3-11 15,0-10-15,10-12 16,-25-2-16,8-33 16,1-60-16,14-49 15,10-24-15,13-2 16,5 18-16,-1 24 15,0 27 1,-5 21-16,-1 19 16,-4 18-16,0 17 15,4 9-15,4 11 16,6 9-16,6 17 16,9 22-16,3 16 15,3 25-15,-7 10 16,-4 12-1,-6 6-15,-5-3 16,-7-11-16,-5-14 16,-6-15-16,0-13 15,-3-5-15,1-7 16,-2-9-16,-5-7 16,-3-11-16,-4-6 15</inkml:trace>
  <inkml:trace contextRef="#ctx0" brushRef="#br0" timeOffset="-165583.7">4570 9792 0,'0'0'0,"0"0"0,0 0 15,0 0 1,0 0-16,11-6 0,32-21 15,40-23 1,6-10-16,4-5 16,-5 2-16,5-4 15,-1 1-15</inkml:trace>
  <inkml:trace contextRef="#ctx0" brushRef="#br0" timeOffset="-164734.33">6459 8603 0,'0'0'0,"-1"-2"0,1 2 0,0 0 15,-11-10-15,11 10 16,-19 3-16,-18 26 15,-23 34-15,2 16 16,13 1 0,13-7-16,13-6 15,5-10-15,11-4 16,9-2-16,15-3 16,16 1-16,8-8 15,11-6-15,7-3 16,-2-2-16,-7-5 15,-9-4-15,-13-5 16,-8-2 0,-10-1-16,-6-2 15,-6 4-15,-8 2 16,-11 5-16,-12 2 16,-11-8-16,-10-4 15,-4-5-15,2-6 16,7 1-16,7-4 15,7 1-15,11 0 16,20 1-16</inkml:trace>
  <inkml:trace contextRef="#ctx0" brushRef="#br0" timeOffset="-164268.52">6711 8970 0,'0'0'0,"0"0"0,0 0 0,0 0 0,0 0 15,1 2-15,-1-2 16,23 34-16,2 9 16,4 14-16,3 8 15,-4 2-15,-2-7 16,-7-13-16,-5-13 15,-4-14-15,-10-20 32,20-13-17,1-47-15,3-15 16,-14 27-16,-4 13 16,-2 12-16,-2 9 15,-2 14-15,1-12 16,-1 12-16,0 0 15,0 0-15,23 27 16,-1 6 0,0 8-16,1 4 15,-2-5-15,-3-5 16,-3-8-16,1-8 16,6-13-16,-1-8 15,8-22-15</inkml:trace>
  <inkml:trace contextRef="#ctx0" brushRef="#br0" timeOffset="-163901.71">7454 8425 0,'0'0'0,"0"4"0,3 9 16,1 32-16,-1 37 15,-1 28-15,-4 7 16,-3 14-16,2 1 16,-1-5-1,2-15-15,6-19 16,6-24-16,3-14 16,2-18-16,-3-14 15,-12-23-15,32 4 16,-2-35-16,12-41 15,3-18-15,-13-10 16,-9 7-16,-10 17 16,-9 22-1,-4 19-15,-5 13 16,-6 13-16,-7 8 16,-10 10-16,-9 12 15,1 11-15,6 2 16</inkml:trace>
  <inkml:trace contextRef="#ctx0" brushRef="#br0" timeOffset="-163451.58">8191 8756 0,'0'0'0,"1"-4"16,-1 4-1,5-16-15,-1 0 16,-1 0-16,-3 5 16,0 11-16,-13-16 15,-12 18-15,-15 14 16,-14 20-16,7 4 15,12 4-15,13 12 16,7 2-16,14 14 16,15-2-1,16 8-15,10 0 16,24 1 0,-12-6-1,-12-23-15,-13-16 16,-14-19-16,-13-15 15,9 19-15,-15-3 16,-11 6-16,-10 12 16,-12 5-1,5-14-15,6-9 16</inkml:trace>
  <inkml:trace contextRef="#ctx0" brushRef="#br0" timeOffset="-163218.28">8179 8843 0,'-1'4'0,"-4"16"15,-3 14-15,-15 50 16,-13 23-16,-20 12 15,-7-1-15,-8 12 16,1-11-16,-2 1 16</inkml:trace>
  <inkml:trace contextRef="#ctx0" brushRef="#br0" timeOffset="-162667.97">8568 8716 0,'0'0'0,"0"0"16,0 0-16,0 0 15,9 4-15,9 19 16,8 33-16,-2 26 15,0 18-15,-13 6 16,-6-10-16,-7-7 16,-6-16-16,2-22 15,-3-15 1,1-14-16,-2-9 16,10-13-16,-27 0 15,6-28-15,-5-34 16,-1-27-16,11-26 15,10-4-15,8-8 16,8 2-16,6 17 16,6 7-16,7 14 15,6 16 1,1 13-16,1 15 16,2 16-16,3 16 15,-1 14-15,-3 16 16,-7 16-16,-15 15 15,-18 21-15,-22 18 16,-14 2-16,-10-9 16,0-17-16,3-13 15,6-10 1,2-13-16</inkml:trace>
  <inkml:trace contextRef="#ctx0" brushRef="#br0" timeOffset="-162234.33">9261 8337 0,'0'0'0,"0"0"15,0 2-15,0-2 16,-2 26-16,-23 36 15,-19 37-15,0-4 16,7-12-16,2-4 16,13-13-16,12-3 15,6-18 1,5-17-16,2-14 16,-3-14-16,16-5 15,9-33-15,18-34 16,0-8-16,-6 2 15,-7 14-15,-7 19 16,-9 12-16,-4 13 16,-10 20-16,21-6 15,1 22 1,11 15-16,5 12 16,-3 0-16,-5-3 15,-3-4-15,-5-5 16,2-10-16,7-11 15,14-13-15,11-22 16</inkml:trace>
  <inkml:trace contextRef="#ctx0" brushRef="#br0" timeOffset="-162000.71">9952 8108 0,'0'0'0,"0"0"0,0 0 16,-7 9-16,-11 18 15,-16 27-15,-1 17 16,6-2-16,9-2 16,4-4-16,7-3 15,8 0-15,9-6 16,8-3 0,4-13-16,7-4 15,5-8-15,19-13 31,8-24-31</inkml:trace>
  <inkml:trace contextRef="#ctx0" brushRef="#br0" timeOffset="-161568.23">10304 8492 0,'0'0'0,"0"0"0,0 0 0,3 2 0,-3-2 16,22 4-16,5-13 15,13-14-15,2-16 16,-1-15 0,-2-8-16,-8-3 15,-9 3-15,-7 4 16,-4-1-16,-6 8 15,-7 11-15,-2 17 16,-10 10-16,-16 15 16,-20 27-16,-14 31 15,6 10-15,23 12 16,13-9 0,18 3-16,9-13 0,12-3 15,8-8 1,6-5-16,5-13 15,4-11-15,7-8 16,2-7-16,3-9 16,-4-9-16</inkml:trace>
  <inkml:trace contextRef="#ctx0" brushRef="#br0" timeOffset="-160834.67">11031 7923 0,'0'0'0,"0"0"0,0 0 0,0 1 15,0-1-15,0 15 16,0 1-16,0 11 16,3 9-1,0 5-15,2 3 16,5-1-16,1-2 15,1-7-15,-1-5 16,1-8-16,1-4 16,0-6-16,15-8 15,34-20-15,66-47 16,51-55-16,9-29 16,12-27-1,-12 3-15,-13 11 16,-13 13-16,-28 23 15,-18 18-15,-23 26 16,-21 21-16,-11 15 16,-14 14-16,-13 11 15,-8 6-15,-9 5 16,-17 9 0,16-6-16,-16 6 15,0 0-15,0 0 16,0 0-16,0 0 15,0 0-15,0 0 16,0 0-16,0 0 16,5 13-16,-5-13 15,0 0-15,0 0 16,0 0-16,0 0 16,0 0-1,0 0-15,0 0 16,0 0-16,0 0 15,0 0-15,0 0 16,0 0-16,0 0 16,0 0-16,-16 6 15</inkml:trace>
  <inkml:trace contextRef="#ctx0" brushRef="#br0" timeOffset="-158068.49">4304 10968 0,'0'0'0,"0"0"0,1 2 16,2 15-16,5 33 16,5 31-16,0 12 15,-1 4-15,1 2 16,-2-1-16,2-4 15,-1 8 1,3-2-16,0-8 16,0-7-16,-6-20 15,0-13-15</inkml:trace>
  <inkml:trace contextRef="#ctx0" brushRef="#br0" timeOffset="-157684.47">4274 11003 0,'0'0'0,"0"0"0,0-2 15,0 2-15,0 0 16,6-10-16,9-1 15,25 1-15,12 3 16,7 4 0,0 6-16,6 6 15,-2 5-15,-5 6 16,-11 4-16,-12 6 16,-10 3-16,-12 14 15,-11 18-15,-15 10 16,-19 0-16,-13-9 15,-4-6 1,-1-8-16,4-9 16,7-8-16,2-12 15,7-8-15,6-9 16,6-6-16,18 0 16</inkml:trace>
  <inkml:trace contextRef="#ctx0" brushRef="#br0" timeOffset="-157217.06">5377 10948 0,'0'0'0,"-2"-2"0,2 2 16,-10-11-16,10 11 15,-24-14-15,6 9 16,-7 7-16,-8 15 16,-7 16-16,-5 20 15,3 17-15,5 5 16,13 8-16,7 1 15,13 3-15,9 2 16,7-10-16,10-12 16,5-13-1,4-7-15,14-10 16,10-11-16,2-12 16,27-28-1,2-20 1,-12-8-16,-11-10 15,-31 14-15,-5 1 16,-10 10 0,-8 11-16,-9 16 15</inkml:trace>
  <inkml:trace contextRef="#ctx0" brushRef="#br0" timeOffset="-156650.78">6128 10838 0,'0'0'0,"0"0"16,0 0-16,0 0 15,2 3-15,-2-3 16,10 15-16,10 12 16,14 19-1,21 8-15,14 1 16,7-4-16,7 0 16,-1-2-16,5-1 15,-1-4-15,-6-4 16,-2-2-16,-8-5 15,-2-1-15,-7-3 16,-8-6 0,-5-5-16,-4-3 15,-8-3-15,-5-4 16,-4-4-16,-7-1 16,0-5-16,-20 2 15</inkml:trace>
  <inkml:trace contextRef="#ctx0" brushRef="#br0" timeOffset="-156201.43">7170 10666 0,'0'0'0,"0"0"15,-8 6-15,-8 10 16,-16 20-16,-9 25 16,-2 23-16,1 13 15,0 13-15,0 10 16,0 4-16,1-1 15,2-6-15,3-11 16,0-1 0,0-10-16,3-15 15,3-17-15,7-19 16,4-11-16,4-10 16,4-7-16,4-5 15,7-11-15,-8 10 16,8-10-16,0 0 15,0 0-15,0 0 16,0 0-16,0 0 16,0 0-1</inkml:trace>
  <inkml:trace contextRef="#ctx0" brushRef="#br0" timeOffset="-153834.43">7959 12066 0,'0'0'0,"0"0"16,-6 2-16,6-2 15,-22 6-15,22-6 16,-34 7-16,13-1 16,-2-2-16,-2 2 15,-1 0-15,-6 7 16,-8 19 0,-6 18-16,3 8 15,10 2-15,10 3 16,7-3-16,6 9 15,9-1-15,3-6 16,12-8-16,11-1 16,12-11-16,11-4 15,2-11-15,0-10 16,5-5 0,9-7-16,3-15 15,-5-10-15,-6-11 16,-5-10-16,-5-19 15,-5-11-15,-11-12 16,-13-1-16,-7 2 16,-11 1-16,-8 4 15,-11 9-15,-1 9 16,-3 4-16,-3 8 16,-1 10-1,-7 8-15,-6 11 16,-1 11-16,-6 13 15,3 13-15,4 11 16,7 2-16,9 0 16</inkml:trace>
  <inkml:trace contextRef="#ctx0" brushRef="#br0" timeOffset="-153334.59">8224 11728 0,'0'0'0,"1"-3"15,-1 3-15,6-10 16,-6 10 0,20-16-16,6 13 15,15 8-15,11 12 16,6 19-16,4 10 15,0 12-15,-1 6 16,-6 2-16,-5 3 16,-5 2-16,-7 1 15,-7-7 1,-4-3-16,-8 20 31,-10 9-31,-12-16 16,-13-11-16,1-36 15,-6-8-15,-1-9 16,-3-11-16,-1-13 16,0-19-16,5-22 15,6-21-15,10-21 16,11-4-16,11-10 16,6-3-1,-1 17-15,1 6 16,-2 12-16,-2 20 15,-1 10-15,-2 15 16,-3 16-16,-13 17 16,20-8-16</inkml:trace>
  <inkml:trace contextRef="#ctx0" brushRef="#br0" timeOffset="-153001.8">9352 11232 0,'0'0'0,"0"3"15,0-3-15,0 0 16,5 12-16,4 4 16,8 20-1,7 34-15,-3 28 16,-5 16-16,-10 23 15,-4 7-15,-11 3 16,-2 0-16,0-20 16,3-5-16,-1-22 15,7-23-15,14-17 16,16-26 15,11-21-31,18-25 16,2-35-16,-14-32 15,0-9-15</inkml:trace>
  <inkml:trace contextRef="#ctx0" brushRef="#br0" timeOffset="-152318">9087 12161 0,'0'0'0,"0"0"16,0 0-16,0 0 16,0 0-16,16 0 15,22-5-15,25-7 16,9-16-16,8-11 16,4-12-16,-1-8 15,-7-1 1,-3-6-16,-9-2 15,1-15-15,-10 2 16,-14 8-16,-11 1 16,-13 3-16,-8 5 15,-4 13-15,-7 12 16,-4 11-16,1 10 16,1 5-16,4 13 15,-9-14 1,9 14-16,-11 27 15,-3 36-15,11 37 16,7 13-16,9 6 16,6 10-16,0-11 15,-1-9-15,5-5 16,-1-20-16,-2-22 16,-3-14-16,-4-22 31,-7-15-16,-6-11-15,5-27 16,-1-47-16,-5-18 16,-1 23-16,2 14 15,2 15-15,1 14 16,7 4-16,6 5 16,11 8-16,7 14 15,6 18 1,-1 19-16,-1 8 15,-4 1-15,-8-5 16,-6-5-16,-5-3 16,-10-8-16,-2-6 15,-10-5-15</inkml:trace>
  <inkml:trace contextRef="#ctx0" brushRef="#br0" timeOffset="-151901.7">8095 13196 0,'0'0'0,"2"-3"0,-2 3 16,32-25-16,22-9 15,24-6-15,17-1 16,5 1-16,7 0 16,0 0-16,3 0 15,6 2-15,-1 2 16,13 2-1,6 1-15,0 2 16,11-3-16,-3 2 16,4-1-16,4-3 15,-18-1-15,1-4 16,-23 2-16,13-14 31</inkml:trace>
  <inkml:trace contextRef="#ctx0" brushRef="#br0" timeOffset="-151718.15">11011 12002 0,'0'0'0,"0"0"16,0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31T11:16:49.35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14250 5294 0,'0'0'0,"0"0"0,5 0 0,-5 0 16,42 6-16,0-1 15,4 0 1,0 1-16,-1-3 15,-1 1-15,8-1 16,0 1-16,0-1 16,-4 0-16,-7 0 15,-3-2-15,-6 0 16,-2 1-16,5-1 16,3 0-16,-3 1 15,1-1 1,-6 0-16,-3 0 15,-4 1-15,-2-2 16,-1 2-16,-2 0 16,1-2-16,0 2 15,4-1-15,2 1 16,0 0-16,-2-1 16,-2-1-16,1 1 15,1 1 1,-1-1-16,2 0 15,0 1-15,0 0 16,-1-2-16,-2 0 16,-21 0-16,27 0 15,-27 0-15,18 0 16,-18 0-16,0 0 16,0 0-16,15 0 15,-15 0-15,0 0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0-16,-6-14 16,6 14-16,0-10 15,0 10-15,0-12 16,0 2-1</inkml:trace>
  <inkml:trace contextRef="#ctx0" brushRef="#br0" timeOffset="46332.48">4709 2331 0,'0'0'0,"0"0"0,10 5 0,13 9 15,26 8 1,17 2-16,14-6 16,6-2-16,2-5 15,0-2-15,9-1 16,-1-3-16,6-3 16,7 0-16,-2-4 15,13 1-15,3 0 16,5 0-16,9-1 15,-4 0-15,2 0 16,-8 2 0,-5-5-16,-3 2 15,-10 1-15,-3 0 16,-9-1-16,-6 1 16,-2-1-16,-7-1 15,-3 2-15,-6 2 16,-4-2-16,-4 2 15,-6 0 1,-7-1-16,-8 0 16,-9 0-16,-9-1 15,-6 1-15,-20 1 16,23 0-16,-23 0 16,0 0-16,0 0 15,16-1-15,-16 1 16,0 0-1,0 0-15,0 0 0,0 0 16,0 0 0,0 0-16,0 0 15,0 0-15,2-11 16,-2 11-16,0 0 16,0 0-16,0 0 15,0 0-15,0 0 16,0 0-16,0 0 15,0 0 1,0 0-16,0 0 16,0 0-16,0 0 15,0 0-15,0 0 16,0 0-16,0 0 16,0 0-16,0 0 15,0 0-15,0 0 16,10-11-16,-10 11 15,0 0-15,0 0 16,0 0 0,0 0-16,0 0 15,0 0-15,0 0 16,0 0-16,0 0 16,0 0-16,0 0 15,0 0-15,0 0 16,0 0-16,0 0 15,0 0 1,0 0-16,0 0 16,0 0-16,0 0 15,0 0-15,0 0 16,0 0-16,0 0 16,0 0-16,0 0 15,0 0-15,0 0 16,0 0-16,0 0 15,0 0 1,0 0-16,0 0 16,0 0-16,0 0 15,0 0-15,0 0 16,0 0-16,0 0 16,0 0-16,0 0 15</inkml:trace>
  <inkml:trace contextRef="#ctx0" brushRef="#br0" timeOffset="48398.65">15849 3938 0,'-2'-3'0,"2"3"0,-16-11 16,-7-3-16,-5-3 15,-5-2 1,-8 1-16,-1 0 16,-5 0-16,-6-2 15,-8-4-15,-5-1 16,-7 0-16,-4-1 16,-8-1-16,-1-1 15,-2 0-15,-4 3 16,-2 1-16,-4 4 15,-5 3-15,0 2 16,-8 4 0,4 2-16,1 1 15,-7 1-15,2 1 16,-2 2-16,-6 1 16,8 2-16,-11 1 15,0 1-15,2 1 16,-3 2-16,1 1 15,-6 2 1,4 0-16,3-1 16,1 2-16,9 0 15,1 1-15,1 2 16,5 0-16,-3 4 16,-2 1-16,4 3 15,-3 2-15,4 4 16,0 3-16,0 3 15,1 3-15,5-1 16,-2 4 0,7-1-16,0 4 15,6 3-15,5 2 16,6 5-16,4 1 16,3 4-16,3 2 15,4 0-15,3 7 16,10-5-16,6-2 15,8-1-15,7 2 16,4 1 0,9 0-16,6-4 15,6-5-15,3-1 16,9 2-16,9 5 16,9 1-16,8-5 15,9-5-15,12-5 16,8-5-16,14 0 15,11-5-15,8-2 16,6-4-16,11-2 16,0-3-1,3 1-15,11-3 16,-5-2-16,12-1 16,3-5-16,0-2 15,4-1-15,0-1 16,2-2-16,-5 2 15,12-2-15,-3 1 16,3-1-16,2 0 16,-5 0-1,-4-1-15,2 1 16,-4-3-16,-3 0 16,2-2-16,-9-2 15,3 1-15,-8-2 16,-3-4-16,0-3 15,-11-2-15,0-4 16,-1 2-16,-3-3 16,0 2-1,-6-6-15,-2-2 16,-8-2-16,-2-1 16,-9-2-16,-10 1 15,-1-2-15,-10-1 16,-8-2-16,-1-5 15,-6-4-15,1-5 16,-6-7-16,-3 3 16,-7-1-1,-3-3-15,-6 0 16,-1-8-16,-4-1 16,-5-3-16,-5-3 15,-7 1-15,-4-5 16,-6 1-16,-4 1 15,0 8-15,-6-2 16,-5 1-16,-4 3 16,-4 2-1,-4 7-15,-4 4 16,-4 2-16,-4 5 16,0 4-16,-4 6 15,0 7-15,3 8 16,3 4-16,9 3 15,4 1-15,2 2 16,2 2-16,4 6 16</inkml:trace>
  <inkml:trace contextRef="#ctx0" brushRef="#br0" timeOffset="58115.42">15068 7110 0,'0'0'0,"-4"-1"0,4 1 15,-16-12-15,-3-1 16,-7-4-16,-4-1 16,-7-3-1,-9 8-15,-10 11 16,-12 5-16,-6 14 15,2 6-15,-1 10 16,6 7-16,3 15 16,3 11-16,7 11 15,8 5-15,8 6 16,15 5 0,11-4-16,10-9 15,11-2-15,9-6 16,11-5-16,12-6 15,8-13-15,4-10 16,6-9-16,5-15 16,6-9-16,4-10 15,-2-18-15,1-10 16,-1-19-16,-2-12 16,-7-6-16,-11-5 15,-11-4 1,-10-3-16,-10 6 15,-8 1-15,-9 8 16,-8 3-16,-12 2 16,-9 9-16,-9 8 15,-4 12-15,-6 8 16,-1 8 0,-6 10-16,-1 9 0,-2 11 15,3 9 1,6 17-16,8 0 15</inkml:trace>
  <inkml:trace contextRef="#ctx0" brushRef="#br0" timeOffset="58632.45">15242 7191 0,'0'0'0,"0"0"15,0 0-15,0 0 16,0 0-16,1 3 16,3 6-16,8 17 15,5 8 1,3 10-16,1 2 15,1 5-15,4 6 16,2 10-16,-4-2 16,-1 2-16,-5-9 15,1-1-15,0-1 16,2 2-16,0-11 16,-1-13-16,-3-13 15,-4-8-15,-13-13 16,31-6-1,-9-22-15,7-15 16,-1-13-16,1-17 16,0-9-16,-2-4 15,-2 1-15,0 11 16,-6 9-16,-2 8 16,-6 18-16,-2 12 15,-4 8 1,-5 19-16,2-14 15,-2 14-15</inkml:trace>
  <inkml:trace contextRef="#ctx0" brushRef="#br0" timeOffset="59081.36">16108 7834 0,'0'0'0,"0"0"0,4-3 16,-4 3-16,18-11 16,-18 11-1,29-18-15,-10 1 16,-4-12-16,2-7 15,-2-15-15,-4-7 16,-5 4-16,-9 1 16,-9 7-16,-5 13 15,-7 11-15,-7 13 16,-6 11-16,-6 16 16,-5 14-1,1 16-15,7 14 16,8 1-16,8 4 15,9 0-15,7-3 16,12-4-16,11-3 16,3-9-16,10-12 15,2-10-15,14-7 16,10-8-16,12-16 16,-3-8-1,-7-11-15</inkml:trace>
  <inkml:trace contextRef="#ctx0" brushRef="#br0" timeOffset="59532.01">16533 7492 0,'0'0'0,"0"0"0,4 2 15,-4-2-15,34 15 16,-2 2-16,8 11 16,6 15-16,-5 7 15,-2 3-15,-8-3 16,-6 1-16,-9-8 16,-7-8-16,-8-8 15,-7-3 16,-1-3-31,-3 7 16,1-8-16,1-8 16,8-12-16,0 0 15,-15-5-15,7-16 16,6-25-16,7-21 16,15-12-16,8-10 15,5 4 1,0 7-16,-2 15 15,-7 16-15,-3 13 16,-7 14-16,-3 8 16,-11 12-16,20-4 15</inkml:trace>
  <inkml:trace contextRef="#ctx0" brushRef="#br0" timeOffset="59898.51">17665 7284 0,'0'0'0,"0"0"0,-4-4 15,4 4 1,-21-4-16,-2 8 15,-8 20-15,-7 9 16,0 14-16,3 2 16,1 6-16,8-4 15,5 1-15,9 0 16,12-3-16,9-8 16,13-2-16,37-1 31,30-12-31,9-13 15,-9-18 1,-28-13-16,-2-15 16</inkml:trace>
  <inkml:trace contextRef="#ctx0" brushRef="#br0" timeOffset="62032.38">20140 7656 0,'0'0'0,"0"0"0,0 0 15,0 0-15,0 0 16,0 0-16,0 0 16,0 0-16,0 0 15,0 0-15,10-4 16,12-5-16,16-5 15,5-4 1,1-7-16,1-5 16,-3-8-16,-6-2 15,-5-2-15,-12 2 16,-5 2-16,-6-1 16,-10 4-16,-7 5 15,-11 9-15,-9 4 16,-14 12-16,-7 17 15,-11 20-15,-1 19 16,6 12 0,11 10-16,15 3 15,16 4-15,12 1 16,15-8-16,17-12 16,8-10-16,18-9 15,6-8-15,10-12 16,2-13-16,-2-9 15,3-12-15,-3-3 16</inkml:trace>
  <inkml:trace contextRef="#ctx0" brushRef="#br0" timeOffset="62265.18">20955 7446 0,'0'0'0,"9"1"15,-9-1-15,44 19 16,1 7-16,4 8 16,-3 5-16,0 1 15,-3-5-15,-3 2 16,-1-4-16,-5-4 15,-6-9-15,-6-7 16,7-16 0</inkml:trace>
  <inkml:trace contextRef="#ctx0" brushRef="#br0" timeOffset="62498.64">21267 7364 0,'0'0'0,"0"0"16,-1 2-16,-6 10 16,-11 23-1,-12 26-15,-6 13 16,-4 3-16,4 3 16,9-3-16,12 3 15,12-8-15,2-14 16</inkml:trace>
  <inkml:trace contextRef="#ctx0" brushRef="#br0" timeOffset="63065.24">21792 7377 0,'0'0'0,"0"2"0,0-2 0,-6 34 16,-7 25-16,-8 17 16,-5 6-16,-1-4 15,1-8-15,3-10 16,1-6-16,7-15 15,3-11-15,4-9 16,8-19-16,0 0 16,0 0-1,-14-12-15,3-21 16,1-8-16,6-10 16,4-3-16,3-4 15,1-4-15,3 2 16,0 1-16,0 0 15,1 5-15,2 3 16,-1 8-16,0 12 16,1 8-1,2 8-15,7 8 16,4 9-16,8 11 16,2 13-16,-4 5 15,-5 9-15,-7-2 16,-7-5-16,-10 0 15,-6 2-15,-7-1 16,-3-1-16,-5-4 16,-5-5-1,-2-1-15,-3-7 16,0-1-16,10-11 16</inkml:trace>
  <inkml:trace contextRef="#ctx0" brushRef="#br0" timeOffset="63499.21">22223 7330 0,'0'0'0,"6"2"0,-6-2 16,37 14-16,-3 1 15,-1 8-15,-8 6 16,-5 0-16,-9 8 16,-11 8-16,-4 7 15,-7-2 1,-6-11-16,-11-8 16,-11-6-16,-1-2 15,1-6-15,13-9 16,7-5-16,2-7 15,17 4-15,-19-31 16,12-2-16,14-16 16,7-7-1,13 3-15,9-3 16,1 5-16,3 5 16,-3 5-16,-3 10 15,-8 10-15,0 5 16,-3 8-16</inkml:trace>
  <inkml:trace contextRef="#ctx0" brushRef="#br0" timeOffset="63915.29">22767 7698 0,'0'0'0,"1"-4"0,-1 4 16,22-35-16,7-9 16,3 5-16,-6 6 15,-1 2-15,-9 0 16,-9 1-16,-9 0 15,-12 2-15,-13 6 16,-20 11-16,-14 13 16,-11 18-16,3 10 15,4 14 1,6 6-16,8 5 16,12-1-16,12-4 15,10-6-15,6-9 16,11-7-16,8-1 15,18 0-15,17-4 16,12-8-16,8-14 16,-2-10-16,3-4 15</inkml:trace>
  <inkml:trace contextRef="#ctx0" brushRef="#br0" timeOffset="70998.5">4198 7894 0,'0'0'0,"-8"-2"0,8 2 15,-37-12-15,2 1 16,0 0-16,-8-2 15,-4-2-15</inkml:trace>
  <inkml:trace contextRef="#ctx0" brushRef="#br0" timeOffset="76730.97">18319 7572 0,'0'0'0,"8"2"0,11 0 0,38 4 15,36 1 1,23-13-16,-1-6 16,16-7-16,-6-1 15,-2 0-15,0 0 16,-16 3-16,-8 1 16,-15 4-16,-12 1 15,-14 2-15,-15 5 16,-12 0-16</inkml:trace>
  <inkml:trace contextRef="#ctx0" brushRef="#br0" timeOffset="77066.28">18043 8169 0,'0'0'0,"0"0"0,0 0 0,0 0 0,0 0 15,0 0-15,22-10 16,53-19-16,46-10 16,13-4-16,8-3 15,7-1-15,9-2 16,-6 1-16,-9 5 15,-14 2-15,-9 8 16,1 8 0,-10 5-16,-8 7 15,-22 4-15,-13 6 16,-14 2-16,-15 1 16,-17 0-16</inkml:trace>
  <inkml:trace contextRef="#ctx0" brushRef="#br0" timeOffset="77615.07">19289 6500 0,'0'0'0,"0"0"15,0 4-15,0-4 16,0 25-16,-1 20 16,-5 38-1,-10 43-15,-10 10 16,-12 29-16,-17 15 16,-20 22-16,-16 29 15,-18 20-15,-14 21 16,-8 12-16,-8 18 15</inkml:trace>
  <inkml:trace contextRef="#ctx0" brushRef="#br0" timeOffset="82466">19843 8427 0,'0'0'0,"11"0"15,14 0-15,54 0 16,46 0-16,19 0 16,18-4-16,15-6 15,8 0-15,12-5 16,-5 0-16,3 3 15,-7 0-15,-1 0 16,-14 2-16,6-2 16,-16 3-1,-6 1-15,-14-1 16,-15 3-16,-10 3 16,-24 5-16,-9 1 15,-23 3-15,-10-3 16,-11 2-16,-13-2 15,-7 0-15,-21-3 16,24 3-16,-24-3 16,0 0-16,0 0 15,0 0 1,0 0-16,0 0 16,0 0-16,0 0 15,0 0-15,0 0 16,0 0-16,13 11 15,-13-11-15,0 0 16,0 0-16,0 0 16,0 0-1,0 0-15,0 0 16,0 0-16,0 0 16,0 0-16,0 0 15,0 0-15,0 0 16,0 0-16,0 0 15,0 0-15,-10 11 16,10-11-16,0 0 16,0 0-16,0 0 15,0 0 1,0 0-16,-16 7 16,16-7-16,0 0 15,0 0-15,0 0 16,0 0-16,-15 4 15,15-4-15,0 0 16,0 0-16,0 0 16,0 0-16,0 0 15,0 0 1,0 0-16,0 0 16,0 0-16,0 0 15,0 0-15,0 0 16,0 0-16,0 0 15,0 0-15,0 0 16,0 0-16,0 0 16,0 0-16,0 0 15,0 0 1,0 0-16,0 0 16,0 0-16,0 0 15,0 0-15,0 0 16,0 0-16,-16 0 15,16 0-15,0 0 16,0 0-16,0 0 16,0 0-16,0 0 15,0 0-15,0 0 16,0 0 0,0 0-16,0 0 15,0 0-15,0 0 16,0 0-16,0 0 15,0 0-15,0 0 16,0 0-16,0 0 16,0 0-16,0 0 15,0 0 1,0 0-16,0 0 16,0 0-16,0 0 15,0 0-15,0 0 16,0 0-16,0 0 15,0 0-15,0 0 16,0 0-16,0 0 16,0 0-1,0 0-15,0 0 16,-12 10-16,12-10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0-15,-13 11 16,13-11-16,0 0 15,0 0-15,0 0 16,0 0-16,0 0 16,0 0-16,0 0 15,0 0-15,0 0 16,0 0 0,0 0-16,0 0 15,0 0-15,0 0 16,0 0-16,0 0 15,0 0-15,0 0 16,0 0-16,0 0 16,0 0-16,0 0 15,0 0-15,0 0 16,0 0-16,0 0 16,0 0-1,0 0-15,0 0 16,-7 10-16,7-10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0-16,-9 10 16,9-10-1,0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 0,0 0-16,0 0 15,0 0-15,0 0 16,0 0-16,0 0 15,0 0-15,0 0 16,-1 11-16,1-11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0-1,0 0-15,0 0 0,0 0 16,0 0-1,0 0-15,0 0 16,0 0-16,0 0 16,-1-11-16,1 11 15,0 0-15,0 0 16,0 0-16,0 0 16,0 0-16,0 0 15,6-10 1,-6 10-16,0 0 15,0 0-15,0 0 16,0 0-16,0 0 16,0 0-16,3-10 15,-3 10-15,0 0 16,0 0-16,0 0 16,0 0-16,0 0 15,0 0-15,2-11 16,-2 11-1,0 0-15,0 0 16,0 0-16,0 0 16,0 0-16,6-12 15,-6 12-15,0 0 16,0 0-16,8-12 16,-8 12-16,0 0 15,7-16-15,-7 16 16,4-13-1,-4 13-15,5-15 16,-5 15-16,0 0 16,5-12-16,-5 12 15,0 0-15,0 0 16,0 0-16,0 0 16,10-10-16</inkml:trace>
  <inkml:trace contextRef="#ctx0" brushRef="#br0" timeOffset="100747.89">13961 11886 0,'0'0'0,"0"0"0,0 0 0,0 0 16,1 3-16,-1-3 15,10 18-15,4 4 16,3 9-16,6 7 15,2 3-15,0 1 16,3 5 0,0 2-16,-3-2 15,-3-4-15,-7-9 16,-5-9-16,-3-7 16,-2-7-16,-5-11 15,6 13-15,-6-13 16,0 0-16,12-23 15,17-34-15,5-16 16,3-10 0,2-4-16,-2 2 15,1 1-15,0 14 16,0 13-16,-4 13 16,-3 11-16,-6 10 15,0 6-15,-4 9 16,0 5-16</inkml:trace>
  <inkml:trace contextRef="#ctx0" brushRef="#br0" timeOffset="101066.11">15010 11656 0,'0'0'0,"0"0"15,0 0-15,0 3 16,0-3-16,0 0 16,0 0-16,24 11 15,12-11-15,18-9 16,9-6-16,-1-6 15,-2-3-15,-5 0 16,-6 3-16,-6 4 16,-7 3-1,-11 3-15,-4 3 16,-21 8-16,24-8 16,-24 8-16</inkml:trace>
  <inkml:trace contextRef="#ctx0" brushRef="#br0" timeOffset="101282.1">15289 11909 0,'0'0'0,"0"3"15,0-3-15,0 23 16,0 5-16,3 7 15,1 3-15,-2-10 16</inkml:trace>
  <inkml:trace contextRef="#ctx0" brushRef="#br0" timeOffset="101514.5">15001 12440 0,'0'0'0,"0"0"16,0 0-16,9-1 15,9-1-15,17-6 16,15-7-16,9-9 15,3-3 1,0-2-16,-5-1 0,-5 5 16</inkml:trace>
  <inkml:trace contextRef="#ctx0" brushRef="#br0" timeOffset="101948.33">15924 11855 0,'0'0'0,"0"0"15,3-2-15,-3 2 16,42-33-16,6 2 16,7 0-16,3 4 15,-8 5 1,-12 5-16,-11 6 16,-6 2-16,-21 9 15,21-11-15,-21 11 16,0 0-16,0 0 15,-21-5-15,-13 17 16,-5 9-16,1 5 16,7 2-16,7 0 15,5 11 1,5 9-16,5 6 16,5 4-16,12 2 15</inkml:trace>
  <inkml:trace contextRef="#ctx0" brushRef="#br0" timeOffset="104514.66">17948 11858 0,'0'0'0,"0"0"0,0 0 16,0 0-16,10 4 16,11 7-16,11 4 15,3 2 1,4 4-16,-2-1 15,-1-1-15,0 0 16,-3-1-16,-5-3 16,-4-2-16,0 2 15,1-3-15,0 1 16,-1-2-16,-1 0 16,4 3-16,4 0 15,-1 0 1,3 2-16,1 0 15,-2-2-15,1 0 16,-1 0-16,-1-1 16,1 0-16,-3-3 15,1 0-15,2-1 16,1-1-16,2 2 16,1 0-16,-2 1 15,0 3 1,-3-1-16,-3 0 15,-4-2-15,-4-2 16,-2 0-16,2 0 16,-4-1-16,-16-8 15,23 12-15,-23-12 16,19 9-16,-19-9 16,17 11-16,-17-11 15,25 15 1,-8-7-16,-1 1 15,0 1-15,1-3 16,-17-7-16,28 13 16,-28-13-16,31 14 15,-12-5-15,1-1 16,0 0-16,2 0 16,0-1-1,0 2-15,1-1 16,1-4-16,3-1 15,-5-3-15,-1 2 16,-1 0-16,1-1 16,1 2-16,-2 1 15,-1 0-15,-1 2 16,-18-6-16,24 9 16,-24-9-1,21 6-15,-21-6 16,24-1-16,-24 1 15,21-6-15</inkml:trace>
  <inkml:trace contextRef="#ctx0" brushRef="#br0" timeOffset="104931.67">17838 13229 0,'0'0'0,"0"0"0,0 0 15,0 0-15,0 3 16,0-3-16,0 0 16,0 0-1,0 0-15,0 0 16,0 0-16,0 0 15,0 0-15,0 0 16,0 0-16,0 0 16,0 0-16,0 0 15,0 0-15,0 0 16</inkml:trace>
  <inkml:trace contextRef="#ctx0" brushRef="#br0" timeOffset="105748.15">17685 13666 0,'0'0'0,"0"0"0,0 0 15,6 0-15,-6 0 16,36-8-1,0-6-15,11-12 16,12-8-16,5-6 16,1 0-16,-4 1 15,0-2-15,4 2 16,-1-3-16,1 0 16,-6 5-16,-2 3 15,3 6-15,2 4 16,-1 0-1,-1 1-15,-2 1 16,0 1-16,-3-1 16,-3 3-16,-4 1 15,-6 3-15,2 0 16,0-1-16,-2 0 16,-1 3-16,-8 2 15,0 3-15,5-1 16,-3 2-1,-1 1-15,-2-2 16,1 3-16,5-3 16,-3 1-16,-1-1 15,-4 4-15,-3-1 16,-1-1-16,-5 3 16,-1-1-16,-1 0 15,-1-1-15,-1 2 16,-17 3-16,28-5 15,-28 5 1</inkml:trace>
  <inkml:trace contextRef="#ctx0" brushRef="#br0" timeOffset="107132.12">20168 12603 0,'0'0'0,"0"0"0,0 0 15,0 0-15,7-9 16,4-6 0,8-8-16,-1-2 15,3-2-15,6-10 16,10-8-16,7-3 16,5-5-16,-2 8 15,1 3-15,4-1 16,8 1-16,4-2 15,1 1-15,-3 2 16,-3 3 0,3-2-16,0 0 15,-4 3-15,-6 2 16,1 3-16,1-3 16,2-3-16,-2-1 15,-2 1-15,-4 0 16,-3 3-16,-2 3 15,-3 2-15,0 0 16,1 3 0,-3 5-16,-1 0 15,-2 1-15,-2 3 16,0 1-16,-6 1 16,-2 2-16,-7 4 15,-18 10-15,25-13 16,-25 13-16,0 0 15</inkml:trace>
  <inkml:trace contextRef="#ctx0" brushRef="#br0" timeOffset="108964.62">20391 12998 0,'0'0'0,"0"0"16,0 2-16,0-2 15,0 0-15,0 0 16,0 0-16,20 7 16,-4-4-16,1 0 15,3-2-15,-1 4 16,2 0-16,-1 0 15,0 2-15,7 1 16,4 4 0,1 4-16,2 3 15,0 1-15,3 4 16,-2 0-16,-3 4 16,-2 5-16,-2-2 15,-2-4-15,5-2 16,14-5-16,-3 0 15,-5-4-15,-7-4 16,-5-5 0,-1 0-16,3-3 15,12-1-15,11-1 16,3 0-16,-6-1 16,-14-1-16,-7 0 15,-5 1-15,-1 1 16,-1-1-16,6 2 15,10 2-15,13 3 16,-1-1-16,-14-2 16,-10-1-1,-3-1-15,-20-3 16,29 5-16,-29-5 16,23 8-16,-23-8 15,22 13-15,-22-13 16,33 20-16,-11-9 15,-1-6-15,0 2 16,-3-2 0,10 6-16,-3-3 15,-3 1-15,-7-4 16,-15-5-16,16 5 16,-16-5-16,23 7 15,-23-7-15,24 5 16,-24-5-16,16 7 15,-16-7-15,0 0 16,24 8-16,-24-8 16,27 9-1,-6-3-15,-5-3 16,2 1-16,-18-4 16,21 3-16,-21-3 15,0 0-15,16 4 16,-16-4-16,0 0 15,0 0-15,0 0 16,0 0-16,0 0 16,0 0-1,15 1-15,-15-1 16,0 0-16,0 0 16,25-1-16,-25 1 15,0 0-15,26-1 16,-26 1-16,29 0 15,-29 0-15,20 0 16,-20 0-16,0 0 16,22 0-16,-22 0 15,0 0 1,19 0-16,-19 0 16,0 0-16,25 0 15,-25 0-15,31 0 16,-10 0-16,-21 0 15,36 0-15,-36 0 16,20 0-16,-20 0 16,0 0-16,19 0 15,-19 0 1,0 0-16,0 0 16,15 0-16,-15 0 15,0 0-15,0 0 16,0 0-16,0 0 15,0 0-15,16-2 16,-16 2-16,0 0 16,0 0-16,0 0 15,0 0 1,0 0-16,17-1 16,-17 1-16,0 0 15,0 0-15,0 0 16,0 0-16,0 0 15,0 0-15,0 0 16,0 0-16,0 0 16,0 0-16,0 0 15,0 0 1,0 0-16,0 0 16,0 0-16,0 0 15,0 0-15,0 0 16,0 0-16,0 0 15,16 0-15,-16 0 16,0 0-16,0 0 16,0 0-16,0 0 15,0 0-15,0 0 16,0 0 0,0 0-16,0 0 15,0 0-15,0 0 16</inkml:trace>
  <inkml:trace contextRef="#ctx0" brushRef="#br0" timeOffset="112281.65">7618 6843 0,'0'0'0,"0"0"15,0 0 1,0 0-16,-1-4 16,1 4-16,0 0 15,-26-18-15,11 6 16,-5-1-16,-5 2 15,0 0-15,-4 1 16,-3 3-16,-6 3 16,-9 5-16,-7 8 15,-3 6-15,-4 9 16,2 7-16,-1 6 16,3 5-1,0 5-15,3 1 16,0 1-16,5 1 15,1 1-15,3-2 16,1 4-16,-1 4 16,2 0-16,-1 8 15,4 1 1,1 6-16,2 2 16,2-2-16,4-3 15,3-2-15,3 4 16,1-6-16,8-2 15,1 3-15,1 2 16,3 4-16,4-1 16,-2-4-16,2 4 15,-2 7-15,0 4 16,-1 4-16,4-5 16,-1 4-16,4-3 15,1-5 1,1-1-16,1 4 15,2 3-15,1 9 16,3 2-16,-3 5 16,2 14-16,2 2 15,0-3-15,3 1 16,-1-4 0,3-8-16,-1-4 15,2-7-15,1-3 16,3 0-16,-3-2 15,0-4-15,1 2 16,-2-2-16,0-4 16,-2 0-16,-2 1 15,-2-3-15,-3-6 16,0-13-16,-1-4 16,1 2-16,-1 2 15,0 4 1,-3-3-16,0-4 15,0 0-15,-3 1 16,-1 4-16,-2 3 16,-1-2-16,-1 1 15,-2 0-15,-1 4 16,-2 1-16,2 4 16,0-12-1,-1-2-15,2-7 16,0 3-16,0 3 15,-1-2-15,5-3 16,1-7-16,5-5 16,0 1-16,2 5 15,3 5-15,-1-1 16,6 3-16,-2-8 16,1 1-1,3 3-15,2 3 16,1 8-16,1-1 15,-4-11-15,-2-4 16,-3-11-16,0-2 16,0-1-16,0-2 15,2 0-15,2 1 16,0 1-16,1 0 16,3-3-1,-1 2-15,3-5 16,1 1-16,3-6 15,2-2-15,-1 1 16,1-4-16,-2-1 16,-2 1-16,0-2 15,0 0-15,3 1 16,1 1-16,1-1 16,-1 0-1,1 1-15,3 0 16,-3 1-16,2-1 15,-1 0-15,-2 2 16,0-2-16,-3-1 16,0 1-16,1 0 15,-1-1-15,-1-1 16,4-3-16,2-5 16,2-3-1,4-6-15,3-6 16,-1-6-16,1-3 15,-2-3-15,1-4 16,1-4-16,0-2 16,0-4-16,2-5 15,0 3-15,-3 2 16,-5 6-16,-3 3 16,1-5-1,2-1-15,-1-2 16,2-4-16,-4-2 15,-3 2-15,-3 3 16,-2 6-16,-2 2 16,0-1-16,2-1 15,2-4-15,1-8 16,-2-1-16,-3-1 16,-2 1-1,0-1-15,1-9 16,1-6-16,1 0 15,-3-2-15,-3 4 16,0-6-16,-3-2 16,0 0-16,-1-1 15,-1 2-15,-4-5 16,-1-2-16,-1-6 16,-3 2-1,0-2-15,-3-7 16,-2 2-16,0-2 15,-2 0-15,-1 5 16,-1 2-16,0-1 16,1-4-16,-3-3 15,1-6-15,-2-1 16,2 1-16,0 0 16,2-1-1,2 4-15,-2-4 16,2-6-16,3-6 15,2-3-15,2-4 16,0-5-16,3 8 16,3 0-16,0-1 15,0 2-15,1 5 16,-1 4-16,1 3 16,-1 5-1,1 1-15,0 0 16,3 0-16,3-12 15,1-1-15,2 3 16,-2 2-16,-2 10 16,0 4-16,0 8 15,-2 7-15,-2 6 16,1 2-16,1-1 16,-3 6-16,-1 6 15,-3 3 1,-2 5-16,0-2 15,-1-3-15,-1-2 16,-1-1-16,0 3 16,-1 4-16,1 3 15,-3 0-15,1 1 16,-1-1-16,0 3 16,-2 3-16,0 1 15,1 7 1,0 5-16,-1 3 15,2 4-15,0 3 16,0 1-16,-4 0 16,-10 3-16</inkml:trace>
  <inkml:trace contextRef="#ctx0" brushRef="#br0" timeOffset="119631.46">18395 3852 0,'-7'0'0,"-17"4"0,-15 3 15,-47 8-15,-6 2 16,-3 9-16,12 6 16,11 1-16,11-1 15,10-2 1,11-4-16,7-2 15,10-2-15,9-1 16,7 4-16,11 6 16,17 3-16,11 11 15,18 0-15,9-1 16,6-5-16,-3-7 16,-2-6-16,-13-4 15,-8-3 1,-6-5-16,-10 0 15,-7 1-15,-10 2 16,-12 5-16,-19 9 16,-32 8-16,-21 1 15,-14-8-15,1-6 16,1-7-16,12-4 16,8-4-16,13-7 15,13 0 1,15-3-16,9 1 15,20-2-15,0 0 16</inkml:trace>
  <inkml:trace contextRef="#ctx0" brushRef="#br0" timeOffset="120047.95">18873 4106 0,'0'0'0,"0"0"15,2 3-15,5 8 16,4 11-16,8 13 16,6 13-16,3 5 15,-1 2 1,-6 0-16,-1 4 15,-6-2-15,1-3 16,-3-10-16,-5-14 16,-1-11-16,-6-19 15,21 9-15,4-18 16,9-14-16,8-16 16,3-12-16,-1 1 15,1-7 1,-5 6-16,-4 2 15,-3 3-15,-1 1 16,2 2-16,2 2 16,14 1-16</inkml:trace>
  <inkml:trace contextRef="#ctx0" brushRef="#br0" timeOffset="120663.65">19960 4142 0,'0'0'0,"0"0"0,0 0 16,-2 8-16,-1 13 15,-3 16-15,-1 10 16,0 2-16,0-3 15,1-6 1,2-5-16,-1-5 16,3-8-16,2-3 15,2-8-15,-2-11 16,0 0-16,0 0 16,21-15-16,0-29 15,3-23-15,-2 0 16,-3 9-1,-5 15-15,-4 14 16,-4 7-16,-2 10 16,-4 12-16,3-11 15,-3 11-15,0 0 16,0 0-16,28 15 16,-6 12-16,4 10 15,-2 2-15,-3-4 16,-5-9-1,-5-8-15,0-8 16,10-11-16,8-10 16,8-10-16,7-11 15,-3 0-15,-2 2 16,-9 8-16,-3 3 16,4 9-16,3 7 15,4 9-15,4 10 16,1 13-1,1 10-15,-3 7 16,-1 5-16,-6-2 16,1 3-16,-5-4 15</inkml:trace>
  <inkml:trace contextRef="#ctx0" brushRef="#br0" timeOffset="209097.29">2536 3850 0,'0'0'0,"0"0"0,0 2 0,-4 11 15,-6 29-15,-6 32 16,-4 15-16,-3 12 16,0 4-16,-3 5 15,0-2-15,-2 0 16,-2-1-16,4-10 16,1-8-1,3-15-15,1-14 16</inkml:trace>
  <inkml:trace contextRef="#ctx0" brushRef="#br0" timeOffset="209463.42">2649 3728 0,'0'0'0,"8"4"0,-8-4 0,41 14 16,1 1-16,3 0 16,0 14-16,-3 27 15,0 18 1,-4 30-16,-13 19 15,-4 0-15,-10 11 16,-5-11-16,0-10 16,-4-19-16,2-9 15,-2-14-15,1-16 16,1-10-16,-1-19 16</inkml:trace>
  <inkml:trace contextRef="#ctx0" brushRef="#br0" timeOffset="209713.48">2376 4806 0,'0'0'0,"0"0"0,0 0 16,7 0-16,15 0 15,20 0-15,24 0 16,5 0-16,4-2 16,9-8-16,-3-13 15</inkml:trace>
  <inkml:trace contextRef="#ctx0" brushRef="#br0" timeOffset="210197.11">3446 4238 0,'0'0'0,"0"0"16,0 4-16,-1 11 16,-2 29-16,-1 22 15,1 10-15,-1 2 16,-2-6-16,3-7 16,0-9-16,4-14 15,5-10 1,4-7-16,2-8 15,5-6-15,5-9 16,5-6-16,-2-11 16,-2-4-16,-3-3 15,-6 1-15,-4 5 16,-3 3-16,-7 13 16,9-16-16,-9 16 15,0 0 1,7-12-16,-7 12 15,0 0-15,28 21 16,-13 4-16,1 11 16,0 11-16,-2 7 15,2 7-15,-1-5 16,-4-2-16,8-5 16</inkml:trace>
  <inkml:trace contextRef="#ctx0" brushRef="#br0" timeOffset="210879.01">4415 4726 0,'0'0'0,"0"0"16,0 0-1,-3-3-15,3 3 16,0 0-16,-9-10 16,9 10-16,-30-20 15,3 4-15,-4 4 16,-8 8-16,-1 4 16,-2 11-16,1 7 15,6 2-15,6 7 16,6 4-1,3 6-15,10 7 16,7 2-16,13 1 16,13-1-16,5-7 15,7-7-15,-1-12 16,6-14-16,5-14 16,2-16-16,7-20 15,-4-12-15,-3-19 16,-2-18-1,-11-8-15,-3-16 16,-6 9-16,-6-5 16,-4-7-16,-12 17 15,-2 21-15,-2 23 16,-1 25-16,1 15 16,1 9-16,0 10 15,0 0-15,0 0 16,0 0-1,0 0-15,-16 22 16,2 29-16,3 22 16,3 13-16,1 10 15,4-4-15,3-3 16,5-1-16,4-11 16,2-2-16,2-12 15,4-8-15,4-10 16,10-8-1</inkml:trace>
  <inkml:trace contextRef="#ctx0" brushRef="#br0" timeOffset="211096.7">4963 4499 0,'0'0'0,"0"0"0,0 2 15,0 8 1,0 20-16,0 25 16,0 14-16,0 0 15,0-4-15,0-8 16,0-3-16,0-11 16,1-8-16,-1-10 15,0-12-15</inkml:trace>
  <inkml:trace contextRef="#ctx0" brushRef="#br0" timeOffset="211280.37">5114 4208 0,'0'0'0,"0"0"0,0 0 16,0 0-1,0 0-15,1 2 16,3 14-16,9 22 16,6 22-16</inkml:trace>
  <inkml:trace contextRef="#ctx0" brushRef="#br0" timeOffset="211696.17">5425 4713 0,'0'0'0,"1"-3"16,-1 3-16,6-15 16,-3-1-16,1 3 15,-4 13-15,4-14 16,-4 14-16,0 0 16,0 0-16,0 0 15,0 0-15,0 0 16,-8 13-16,-2 13 15,3 10 1,7 0-16,7 1 16,14 3-16,8 0 15,11-4-15,5-10 16,-3-15-16,0-9 16,-6-10-16,-3-13 15,2-14-15,1-14 16,-5-17-16,-7-9 15,-14 3 1,-9 11-16,-7 10 16,-9 9-16,-6 11 15,-14 12-15,-22 15 16,-30 30-16,-18 31 16,-5 11-16</inkml:trace>
  <inkml:trace contextRef="#ctx0" brushRef="#br0" timeOffset="212613.34">2894 5488 0,'0'0'0,"4"0"0,-4 0 0,0 0 0,51 14 16,21-5-16,18-5 15,20-4 1,5-6-16,12-5 16,3-12-16,3-8 15,4-5-15,6-5 16,-3 0-16,0-2 16,-4 4-16,-2-2 15,-8 4-15,2 1 16,-6 0-16,-3 3 15,0-1 1,-6 6-16,-2 8 16,-4 2-16,-7 4 15,-8 3-15,-4 0 16,-9 3-16,-5 2 16,-11 0-16,0 0 15,-1 2-15,-3-3 16,-1 4-16,-6-1 15,-4 1 1,0-4-16,-5 1 16,-2-3-16,-4 2 15,-6-1-15,-7 0 16,-7 3-16,-17 5 16,19-9-16,-19 9 15,0 0-15,5-15 16,-14 3-16,-9-4 15,-9 2-15,-8 3 16,0 2 0,-1 4-16,1 1 15,4 1-15,7 0 16,5 2-16,19 1 16,-24 0-16,24 0 15,0 0-15,-15 0 16,15 0-16,0 0 15,0 0-15,15 21 16,21 3 0,22-1-16,3 1 15,-6-8-15,-12 0 16,-12-5-16,-11-3 16,-10 5-16,-9 19 15,-23 28-15,-40 43 16</inkml:trace>
  <inkml:trace contextRef="#ctx0" brushRef="#br0" timeOffset="-199167.2">3372 8236 0,'0'0'0,"0"0"0,0 0 0,-3-2 16,3 2-16,0 0 15,0 0-15,-20-5 16,20 5-16,-44 14 15,-7 17-15,-12 21 16,1 6-16,3 9 16,1 13-16,5 6 15,3 5 1,8 3-16,8-4 16,7 5-16,7 0 15,6 2-15,5 5 16,4-1-16,5 1 15,3-8-15,4-4 16,3-7-16,0 0 16,2-1-16,0-6 15,1-7 1,1 5-16,0-2 16,0 5-16,0-1 15,-1 0-15,3 7 16,1 6-16,0 7 15,-1 8-15,-7 4 16,-4 4-16,-5 2 16,-3-2-16,-1 0 15,-1-8 1,0-8-16,2-6 16,-1-8-16,2-12 15,0-5-15,4-7 16,4-6-16,3 4 15,3-3-15,1 5 16,4 3-16,0 4 16,2 5-16,0 2 15,0 1-15,0-2 16,-4-11 0,-1-12-16,5-18 15,13-14-15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31T11:21:58.59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11509 2314 0,'0'0'0,"0"0"0,0 0 0,0 0 15,0 0-15,0 0 16,0 0-16,14 0 16,22 0-16,30 0 15,16-2-15,11-2 16,10-3-1,5 1-15,7 0 16,-2-2-16,1 6 16,-3 4-16,-8 1 15,-1 2-15,-3-2 16,1 1-16,-1-3 16,-3-7-1,-8-8-15,-8-3 16,-11 1-16,-12 1 15,-8 2-15,-9 3 16,-7 1-16,-7 3 16,-7 0-16,-19 6 15,21-5-15,-21 5 16,0 0-16,0 0 16,0 0-16,0 0 15,0 0-15,0 0 16,0 0-16,0 0 15</inkml:trace>
  <inkml:trace contextRef="#ctx0" brushRef="#br0" timeOffset="28299.59">16658 10113 0,'0'0'0,"0"0"0,0 0 15,0 0-15,0 0 16,0 0-16,0 0 15,0 0-15,0 0 16,0 0-16,0 0 16,2-3-16,-2 3 15,11-23-15,0 1 16,2-4 0,2-7-16,2-3 15,0 0-15,1-7 16,3-4-16,-1-1 15,-1-7-15,0-6 16,2-2-16,-5 0 16,-2 1-16,-7 9 15,-2 10-15,-4 8 16,-2 8 0,-2 7-16,-1 5 15,3 4-15,1 11 16,0 0-16,-7-10 15,7 10-15,0 0 16,-25 15-16,-18 23 16,-10 15-16,4 2 15,12-7-15,-1 6 16,5 2-16,9-5 16,3-1-1,7-3-15,4-3 16,2-4-16,8-3 15,7-3-15,7-1 16,4-5-16,4-3 16,6-2-16,3-6 15,-1-2-15,1-2 16,-3-3-16,-2-3 16,-2 1-1,0-1-15,-6 1 16,-3 10-16,-6 17 15,-2 14-15,-7 11 16,-7 5-16,-4 2 16,-3-7-16,2-6 15,1-5-15,5-12 16,0-11-16,3-2 16,10-5-16,9 0 15,6-7 1,10-9-16,10-12 15,9-9-15,2-9 16,-4-4-16,-12 9 16,-8-1-16</inkml:trace>
  <inkml:trace contextRef="#ctx0" brushRef="#br0" timeOffset="29182.44">18066 9101 0,'0'0'0,"0"0"15,0 0-15,0 0 16,0 0-16,0 0 16,0 0-1,-5 5-15,-1 6 16,-6 16-16,-11 21 15,-3 7-15,-1 3 16,0 1-16,-1 0 16,-1 3-16,0 11 15,-1 4-15,0 10 16,1 12-16,-2 7 16,7 9-16,1-5 15,2-1 1,6-17-16,10 27 31,16-16-31,5-21 16,10-15-16,-4-35 15,12-14-15,13-14 16</inkml:trace>
  <inkml:trace contextRef="#ctx0" brushRef="#br0" timeOffset="33448.81">16560 10564 0,'0'0'0,"0"0"0,0 0 16,0 0-16,0 0 16,4-4-16,7-12 15,13-19-15,18-23 16,14-16-16,9-16 15,5-17-15,-5-13 16,-4-9-16,-4 10 16,-4 6-1,-4 9-15,-8 15 16,-3 3-16,-12 16 16,-9 12-16,-8 21 15,-3 13-15,-4 11 16,-2 13-16,0-14 15,0 14-15,0 0 16,-18 1-16,-22 27 16,-25 32-16,5 8 15,11-2 1,11 3-16,3 8 16,4 10-16,7 6 15,3 6-15,8 3 16,6 0-16,6-6 15,6-3-15,3-7 16,4-12-16,2-14 16,6-12-1,17-15-15,14-13 16,26-25-16</inkml:trace>
  <inkml:trace contextRef="#ctx0" brushRef="#br0" timeOffset="34364.06">18343 9806 0,'0'0'0,"7"-10"0,4-2 16,18-11-16,14-2 16,7 5-16,4 14 15,-9 7-15,-9 10 16,-13 4 0,-11 9-16,-7 7 15,-9 18-15,-9 11 16,-15 15-16,-5-2 15,0-8-15,5-13 16,8-15-16,6-11 16,4-9-16,10-17 15,-6 13-15,6-13 16,20-5 0,26-20-16,24-28 15,0-15-15,-18-8 16,-5 7-16,-11 0 15,-2 14-15,-9 8 16,-5 16-16,-9 12 16,-11 19 15,0 0-31,-32 17 16,-19 32-16,12 10 15,8 5-15,9-6 16,7-7-16,7-12 15,6-8-15,8-2 16,8-2-16,11-6 16,19-5-16,9-10 15,9-10 1,-12-1-16,5-6 0,-2-2 16,-9 1-1,-9 1-15,-8 0 16,-6-8-16,-6-5 15</inkml:trace>
  <inkml:trace contextRef="#ctx0" brushRef="#br0" timeOffset="34867.78">19582 10024 0,'0'0'0,"0"0"16,0 0-16,-8 1 15,-14 4-15,-11 8 16,-7 12 0,8 0-16,8-5 15,6-2-15,5-5 16,13-13-16,-14 15 15,14-15-15,0 0 16,0 13-16,0-13 16,12 20-16,1-7 15,4 4-15,5 4 16,-3 17-16,-9 6 16,-6-1-1,-1 0-15,-3 4 16,0-5-16,-3-10 15,1-12-15</inkml:trace>
  <inkml:trace contextRef="#ctx0" brushRef="#br0" timeOffset="36215.44">20348 9588 0,'0'0'0,"0"0"0,0 0 0,0 0 0,0 0 15,0 0-15,0 0 16,0 0-16,0 0 16,-1-2-16,1 2 15,0 0-15,0 0 16,0 0-16,0 0 16,0 0-1,-13-13-15,13 13 16,-13-12-16,13 12 15,0 0-15,-16-13 16,16 13-16,0 0 16,0 0-16,0 0 15,-17-8-15,17 8 16,0 0-16,0 0 16,0 0-1,0 0-15,0 0 16,0 0-16,0 0 15,0 0-15,-17-4 16,17 4-16,0 0 16,0 0-16,0 0 15,0 0-15,-15 0 16,15 0-16,0 0 16,0 0-16,-23 4 15,23-4 1,-20 3-16,20-3 15,-29 6-15,10 0 16,0 2-16,-4 4 16,1 7-16,-2 4 15,2 4-15,5-1 16,5-2-16,5-2 16,4 0-16,7 1 15,9 0 1,9-3-16,6-5 15,9-5-15,-3-9 16,4-7-16,0-6 16,0-8-16,-1-5 15,-2-4-15,-4 0 16,-5-1-16,-5 4 16,-6 2-16,-6 9 15,-3 4-15,-6 11 16,6-13-1,-6 13-15,0 0 16,0 0-16,0 22 16,-2 40-16,-14 25 15,-4 13-15,-3 15 16,1 32 0,9-4-1,-1-36 1</inkml:trace>
  <inkml:trace contextRef="#ctx0" brushRef="#br0" timeOffset="36498.99">20350 9961 0,'3'-2'0,"-3"2"0,27-23 0,12-4 16,-4 4-16,-4 9 15,-5 9-15,-7 7 16,-19-2-1,24 2-15</inkml:trace>
  <inkml:trace contextRef="#ctx0" brushRef="#br0" timeOffset="37548.67">20401 9984 0,'0'0'0,"0"0"0,0 0 16,0 0-16,0 0 15,0 0-15,0 10 16,0 16-16,0 17 15,-2 12 1,0-1-16,-3-4 16,0 18-16,-3 11 15,2 3-15,1-20 32,-4-24-32,-13-14 15,-1-5 1,6-4-16,-9-4 15,-7-6-15,-3-9 16,-5-8-16,7-12 16,4-15-16,6-3 15,13-23-15,20 3 16,11-3-16,19-4 16,3 9-16,9-5 15,9-1-15,-3 12 16,-1 4-16,-16 16 15,-9 11 1,-6 5-16,-10 6 16,-15 12-16,20-13 15,-20 13-15</inkml:trace>
  <inkml:trace contextRef="#ctx0" brushRef="#br0" timeOffset="38080.98">21082 9097 0,'0'0'0,"0"0"0,0 0 16,-4 3-16,4-3 15,-14 28-15,-3 15 16,-1 19-16,-3 18 15,-2 5 1,-3 14-16,-2 8 16,-1 5-16,-2 7 15,3-12-15,-4 15 32,13-20-32</inkml:trace>
  <inkml:trace contextRef="#ctx0" brushRef="#br0" timeOffset="38881.17">21710 9427 0,'0'0'0,"-2"2"0,2-2 16,0 0-16,0 0 15,0 0-15,0 0 16,-18 9 0,18-9-16,-22 4 15,5 7-15,1 9 16,-1 13-16,-2 13 16,2 8-16,0-1 15,2 2-15,2 17 16,4 3-16,0-1 15</inkml:trace>
  <inkml:trace contextRef="#ctx0" brushRef="#br0" timeOffset="39180.8">21447 9521 0,'0'0'0,"0"0"0,0 0 0,0 0 15,0 0-15,10-3 16,12-2-16,12 1 15,8 1-15,1-2 16,-8 4 0,-7-2-16,-8 2 15,-20 1-15,24-4 16,-24 4-16</inkml:trace>
  <inkml:trace contextRef="#ctx0" brushRef="#br0" timeOffset="39448.87">21095 9927 0,'0'0'0,"0"0"16,0 0-16,7-2 15,14-3-15,34-5 16,18-4-16,-4 2 15,-1 1-15,-15 2 16,0 0 0,-3-1-16,-6 3 15,-9 0-15,-11 4 16,-7-1-16,-17 4 16,0 0-16</inkml:trace>
  <inkml:trace contextRef="#ctx0" brushRef="#br0" timeOffset="41315.28">20996 9967 0,'0'0'0,"0"0"0,0 0 16,0 0-16,-4 1 15,-7 9 1,-13 12-16,-10 19 16,1 6-16,1 7 15,4 7-15,9-1 16,7-4-16,11-6 15,2-7-15,9 1 16,11-14 0,18-6-1,15-14 1,-7 4-16,0-1 16</inkml:trace>
  <inkml:trace contextRef="#ctx0" brushRef="#br0" timeOffset="42198.12">20499 10987 0,'-2'6'0,"2"-6"0,0 0 15,0 0-15,-15 3 16,15-3 0</inkml:trace>
  <inkml:trace contextRef="#ctx0" brushRef="#br0" timeOffset="42515.87">20801 10823 0,'-11'-49'0,"9"5"15,-2 28-15,-19-19 16,4 12-16,-6 20 15,0 5-15,-5 7 16,2-2-16,11-2 16,1-2-16,16-3 15,-28 27-15,13 4 16,15-31 0,-4 12-16,4-12 15,0 0-15,0 0 16,4-12-16,-4 12 15,0 0-15,10-11 16,-10 11-16,3-13 16</inkml:trace>
  <inkml:trace contextRef="#ctx0" brushRef="#br0" timeOffset="44332.12">21267 9974 0,'0'0'0,"0"0"0,0 0 15,4-2-15,13-3 16,25-7-16,16-5 16,4-1-1</inkml:trace>
  <inkml:trace contextRef="#ctx0" brushRef="#br0" timeOffset="44730.99">22275 9332 0,'0'0'0,"0"0"15,0 0-15,0 0 16,0 0-16,-4 6 16,4-6-16,-7 13 15,-1 3-15,-10 22 16,-13 29-16,-1 9 16,1 11-16,-4 87 31</inkml:trace>
  <inkml:trace contextRef="#ctx0" brushRef="#br0" timeOffset="45315.65">22355 9829 0,'0'0'0,"0"-3"16,0 3-16,5-17 16,10-5-16,13-4 15,9 1-15,8 11 16,-5 11-1,-7 10-15,-6 8 16,-6 5-16,-8 9 16,-4 15-16,-2 14 15,-3 5-15,-7-9 16,-2-12-16,-4-15 16,0-9-16,3-8 15,6-10-15,0 0 16,-1-10-1,12-34-15,12-25 16,4-7-16,0 5 16,-2 9-16,-3 14 15,-6 13 1,-6 15 0,-10 20-16,0 0 15,0 0-15,11 33 16,-10 13-1,0 3-15,0-1 0,2 1 16,4-3 0,8-12-16,11-12 15,13-11-15,-1-7 16,-5-8-16</inkml:trace>
  <inkml:trace contextRef="#ctx0" brushRef="#br0" timeOffset="45530.67">23059 9401 0,'0'0'0,"0"-3"16,0 3-16,0 0 16,0 0-16,28 24 15,1 11-15,2 36 16,-4 9-1,-10 3-15,-5 18 16,-20 42 0</inkml:trace>
  <inkml:trace contextRef="#ctx0" brushRef="#br0" timeOffset="45997.37">23343 8875 0,'0'0'0,"0"0"16,4 2-16,13 11 16,26 19-16,23 32 15,-4 29-15,-8 16 16,-16 22-16,-29 13 16,-18 9-16,-13 20 15,-77 117 1,2-88-1,-17-4 1</inkml:trace>
  <inkml:trace contextRef="#ctx0" brushRef="#br0" timeOffset="50999.25">24092 8369 0,'0'0'0,"0"0"0,0 0 15,6 0-15,15 7 16,27 18 0,11 25-16,0 12 15,-7 9-15,3 28 16,-1 5-16,-5 14 15,-3 19-15,-13 0 16,-12 24-16,-4 3 16,-16 3-16,-12 5 15,-11 2-15,-15-2 16,-10-2-16,-48 15 31,7-15-15,-31-22-16,17-45 15,9-62-15,6-32 16</inkml:trace>
  <inkml:trace contextRef="#ctx0" brushRef="#br0" timeOffset="51798.71">17561 10900 0,'0'0'0,"-6"1"15,6-1-15,-37 20 16,1 2-16,-9 3 16,-1 1-16,-1 1 15,2-1-15,1-2 16</inkml:trace>
  <inkml:trace contextRef="#ctx0" brushRef="#br0" timeOffset="52497.98">17179 10201 0,'0'0'0,"0"0"0,0 0 16,0 0-16,0 0 16,0 0-16,0 0 15,7-1-15,16-3 16,22-4-16,8-5 16,7-5-16,-3-1 15,-8 0-15,-11 2 16</inkml:trace>
  <inkml:trace contextRef="#ctx0" brushRef="#br0" timeOffset="52683.56">17087 10627 0,'0'0'0,"0"0"0,0 0 16,0 0-1,0 0-15,20-11 16,32-20-16,28-15 16,2-2-16,-9 8 15,-6 7-15,-6 5 16</inkml:trace>
  <inkml:trace contextRef="#ctx0" brushRef="#br0" timeOffset="56468.16">16720 12028 0,'0'0'0,"0"0"0,0 0 0,0 0 16,8 0-16,10 0 15,23-2-15,23-7 16,12-4-16,4-8 15,7-7-15,-6 4 16,5-2-16,-11 4 16,-9 1-16,-15 8 15,-9 1 1,-5 3-16,-1 4 16,-2 5-16,-6 4 15,-5 0-15,-23-4 16</inkml:trace>
  <inkml:trace contextRef="#ctx0" brushRef="#br0" timeOffset="56830.96">17333 11526 0,'0'0'0,"0"0"0,0 0 16,0 0-16,-2 4 16,2-4-16,-5 23 15,5 21-15,2 31 16,1 14 0,0 3-16,-1 3 15,-3-9-15,-5 9 16,-4-7-16,-7-8 15,-1-3-15,1-6 16,-3 3-16,3-5 16,3-13-16,4-19 15,4-14-15,3-8 32</inkml:trace>
  <inkml:trace contextRef="#ctx0" brushRef="#br0" timeOffset="59231.27">18373 11479 0,'0'0'0,"0"0"0,0 0 15,2 4-15,-2-4 16,4 11-16,5 1 16,6 12-16,11 16 15,10 10-15,3 2 16,1 1-16,1 4 16,2 5-16,0 7 15,-1 9 1,-10-3-16,-1 1 15,-2 1-15,-6-4 16,-4-8-16,-4-3 16,-4-12-16,-4-9 15,-2-12-15,-3-12 16,0-7-16,-2-10 16,0 10-1,0-10-15,0 0 16</inkml:trace>
  <inkml:trace contextRef="#ctx0" brushRef="#br0" timeOffset="59647.92">18713 12056 0,'0'0'0,"-4"-5"16,4 5-16,0 0 15,0 0-15,0 0 16,0 0-16,-18-8 16,18 8-16,-33 30 15,-5 22 1,-8 19-16,-2 6 15,-2 4-15,-2 5 16,3-2-16,-1-3 16,9-12-16,6-13 15,10-15-15,7-9 16,4-7-16,5-8 16,2-5-16,7-12 15,-6 11 1,6-11-16,0 0 15,0 0-15,0 0 16,0 0-16,0 0 16</inkml:trace>
  <inkml:trace contextRef="#ctx0" brushRef="#br0" timeOffset="63799.06">19378 12471 0,'0'0'0,"0"0"15,0 0-15,10 1 16,10 7-16,14 2 16,3 1-16,-3-2 15,-3-7-15,-3-2 16,1-4-16,-6-3 15,0-1-15,0-5 16,-1-2-16,-1 1 16,-1-2-16,-2-2 15,-2-6 1,-8-7-16,-12-8 16,-6-5-16,-7-5 15,0 4-15,-1 2 16,0-2-16,-4-7 15,0 0-15,5-1 16,5 11-16,7 4 16,3 5-16,5-3 15,7-7 1,8-7-16,10 1 16,14 6-16,1 4 15,6 5-15,-1 2 16,-1 3-16,1 7 15,5 1-15,2 5 16,-5 8-16,-8 4 16,-7 5-1,-4 5-15,-4 5 16,4 6-16,3 10 16,-2 4-16,-5 7 15,-7 0-15,-2 13 16,-1 6-16,-3 3 15,-8 2-15,-10-4 16,-2 5-16,-1-1 16,3-11-16,4-11 15,9 4 1,8 2-16,-2 1 16,8 11-16,-9-18 15,-1-4-15,1-7 16,-2-11-16,13-6 15,9-14-15,25-20 16,33-7-16,0-29 16,-6-16-16,-5-7 15</inkml:trace>
  <inkml:trace contextRef="#ctx0" brushRef="#br0" timeOffset="64933.73">21673 11187 0,'0'0'0,"0"0"16,-5 0-16,5 0 15,0 0-15,0 0 16,0 0-16,-17 14 15,0 11-15,-9 18 16,-5 17-16,-5 35 16,4 10-16,1 12 15,5 29 1</inkml:trace>
  <inkml:trace contextRef="#ctx0" brushRef="#br0" timeOffset="65497.89">22366 11471 0,'0'0'0,"-3"1"0,3-1 15,0 0-15,-19 21 16,12-4-16,3 27 16,4 20-1,4 17-15,-4 0 16,0-16-16,-7 12 15,-5 0-15,-4 48 16</inkml:trace>
  <inkml:trace contextRef="#ctx0" brushRef="#br0" timeOffset="65897.92">22132 11550 0,'0'-3'0,"0"3"0,0 0 0,0 0 15,24-8-15,27-1 16,0-4-16,1 4 16,1-3-1,3 0-15,0 2 16,-11 3-16,-13 1 15,-9 4-15,-6 0 16,-17 2-16,17 7 16</inkml:trace>
  <inkml:trace contextRef="#ctx0" brushRef="#br0" timeOffset="66132.08">22069 11899 0,'0'0'0,"0"0"16,0 0-16,0 0 15,0 0-15,11 6 16,14 1-16,26 1 16,14-7-1,2-7-15,-12-8 16,-4-1-16,9-9 15,9-17-15,0-9 16</inkml:trace>
  <inkml:trace contextRef="#ctx0" brushRef="#br0" timeOffset="66465.02">21275 10185 0,'0'0'0,"2"4"16,-2-4-16,22 27 15</inkml:trace>
  <inkml:trace contextRef="#ctx0" brushRef="#br0" timeOffset="67930.58">23037 11912 0,'0'0'0,"0"0"0,0 0 16,0-3-16,0 3 16,0 0-16,0 0 15,0 0-15,0 0 16,0 0 15,-6 12-31,2-1 16,-2 0-16,1 0 15,-4 7-15,-10 22 16,-8 19-16,-11 23 16,5-8-16,0-1 15,-2 1-15,4-6 16,1-2-1,2-4-15,4-9 0,4-8 16,-1-1 0,6-10-16,-1-7 15,2-6-15,3-11 16</inkml:trace>
  <inkml:trace contextRef="#ctx0" brushRef="#br0" timeOffset="68615.14">23395 11836 0,'0'0'0,"0"0"0,0 0 0,5-3 0,11-3 16,17-1-16,17 7 16,-2 8-16,-7 11 15,-6 5-15,-15 14 16,-9 12-16,-11 3 15,-13 40 1,-10 29 0,-21 5-1,6-48-15,10-31 16,12-34-16,16-14 16,0 0-16,-21-14 15,21-29-15,19-41 16,4-4-16,10 13 15,-4-5 1,1 5-16,4 6 16,1 7-16,2 16 15,-6 10-15,-10 12 16,-10 9-16,-11 15 16,12-15-16,-12 15 15,0 0-15,0 0 16,-14 43-16,-7 19 15,-5 12 1,3-13-16,3-8 16,5-6-16,18 22 15,11-3-15,1-8 16,11-33-16,5-11 16,3-9-16,20-19 15,-5 7-15,6-37 16,3 9-16</inkml:trace>
  <inkml:trace contextRef="#ctx0" brushRef="#br0" timeOffset="68897.95">24012 11230 0,'0'0'0,"0"0"0,0 0 16,6 3-16,5 11 15,18 20-15,15 31 16,-3 11-1,-8 27-15,-11 21 0,-8 23 16</inkml:trace>
  <inkml:trace contextRef="#ctx0" brushRef="#br0" timeOffset="78314.81">18041 13069 0,'0'0'0,"0"0"0,0 0 0,0 0 15,0 0-15,0 0 16,4 0-16,-4 0 16,44-4-1,2-3-15,13-10 16,8-9-16,4-3 16,2-5-16,-4 0 15,-1 2-15,4-3 16,-5 2-16,-5 4 15,-4 6-15,-6 5 16,0-1-16,-1 2 16,-5 3-1,-5 3-15,-8 4 16,-6 2-16,-7 0 16,-20 5-16,21-3 15,-21 3-15,0 0 16,0 0-16,-2-10 15,-17 3-15,-34 16 16,-8 2-16,8 8 16,15-2-16,13-6 15,8-3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31T11:24:52.39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18653 8142 0,'0'0'0,"0"0"0,0 0 0,0 0 16,0 0-16,0 0 15,0 0 1,10 4-16,-10-4 16,37 14-16,-7-6 15,5-2-15,1-1 16,0-1-16,6-1 16,5-1-16,6 1 15,2-2-15,-4 1 16,-3-1-1,-1 0-15,3 1 16,3-2-16,-2 2 16,-7-1-16,-4 1 15,-4-1-15,2 2 16,-1 1-16,-1 1 16,0 0-16,-3 0 15,1 0-15,1 0 16,-1 0-1,2 0-15,3 1 16,-2-1-16,1 0 16,-3-1-16,1-1 15,2-2-15,3-1 16,0 0-16,1 0 16,-1 0-16,-3 0 15,5-1-15,3-2 16,3-1-16,3-1 15,-1 1 1,8-1-16,-2 0 16,-1-3-16,-2 0 15,3 1-15,-2-1 16,3 0-16,-3 0 16,-7 2-16,-1-1 15,0 1-15,2 0 16,0-1-16,-4 2 15,-5-1 1,-2 3-16,-4-1 16,-2 0-16,3 0 15,2 0-15,0 0 16,-1 0-16,-5 3 16,-3-3-16,-4 4 15,-1-2-15,-6 0 16,-1 1-1,-16 1-15,26-2 16,-26 2-16,24-3 16,-8 1-16,6-2 15,-1-4-15</inkml:trace>
  <inkml:trace contextRef="#ctx0" brushRef="#br0" timeOffset="2932.76">21023 7849 0,'0'0'0,"0"0"0,0 0 16,0 0-16,0 0 15,0 0-15,0 0 16,0 0-16,4 2 15,12 5-15,29 1 16,21 1 0,10-5-16,7-6 15,8-2-15,2-1 16,2-1-16,-2-1 16,-5 1-16,4 2 15,6-3-15,-3 0 16,8-2-16,0 2 15,-4-1-15,-2 0 16,-10-4-16,-5 0 16,-4-7-16,-3-4 15,-3-6 1,2-10-16,0-2 16,-1-5-16,1-4 15,-4-2-15,3-3 16,-6-2-16,-10 1 15,-9-1-15,-10 4 16,-9 1-16,-7-3 16,-14-1-1,-11 1-15,-7 0 16,-7 1-16,-11 4 16,-4 3-16,-9 0 15,-8 2-15,-6 3 16,-8 3-16,-7 4 15,-9 4-15,2 9 16,1 3-16,5 6 16,6 3-16,1 2 15,5 2 1,2 1-16,7 0 16,2 2-16,-3-1 15,-2 0-15,0 0 16,3 3-16,5-1 15,4 1-15,5 0 16,9 0-16,6 0 16,21 1-16,-24 0 15,24 0 1,0 0-16,-16 0 16,16 0-16,0 0 15,0 0-15,-18 7 16,-22 6-16,-47 6 15,-9-6-15,16-4 16,11-1-16,2 0 16,-5 0-16,-3 0 15,5 3 1,9 7-16,4 2 16,4 4-16,5-1 15,3 1-15,1 0 16,5 0-16,4-3 15,5-3-15,4-2 16,3-2-16,1-1 16,3-2-16,1 1 15,-1 1 1,1 2-16,0 3 16,1 9-16,2 0 15,2 3-15,2 4 16,1 2-16,-1 2 15,5-2-15,0-1 16,0 4-16,4 1 16,2 0-16,1-1 15,-1 1 1,0-1-16,0 1 16,1-1-16,2 1 15,3 2-15,0 1 16,1-4-16,0-4 15,1 1-15,0-1 16,4-1-16,1-2 16,3 0-1,7-1-15,8-1 16,11-4-16,20-7 16,14-3-16,27-14 15,6-11-15,14-10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31T11:26:46.91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11623 3576 0,'0'0'0,"0"0"0,0 0 0,1-3 15,-1 3-15,18-12 16,2-1-16,6-2 15,5 4-15,-1 4 16,1 6 0,0 3-16,-4 6 15,-5 4-15,-3 5 16,-5 11-16,-7 13 16,-11 14-16,-14 13 15,-9 12-15,-9 7 16,0-5-16,1-4 15,3-11-15,5-13 16,6-15 0,7-10-16,6-12 15,2-6-15,6-11 16,0 0-16,0 0 16,30-25-16,25-29 15,14-19-15,4-10 16,4-6-16,-8 6 15,-2 1-15,-7 9 16,-10 10 0,-12 16-16,-13 15 15,-9 15-15,-9 6 16,-7 11-16,0 0 16,0 0-16,0 19 15,-30 50-15,-23 26 16,-5 1-16,3-3 15,1-2-15,8-8 16,15-13 0,21-5-16,18-18 15,22-8-15,32-13 16,40-27-16,30-35 16</inkml:trace>
  <inkml:trace contextRef="#ctx0" brushRef="#br0" timeOffset="998.7">13415 4051 0,'0'0'0,"0"0"0,0 0 15,0 0 1,16 4-16,16 4 16,30 5-16,23-8 15,21-10-15,13-6 16,11-6-16,13-1 15,6-1-15,10 0 16,-7 1-16,21-3 16,-7 2-1,18 0-15,-10 10 16,2-1-16,10 0 16,-17 2-16,14-3 15,-20 5-15,0-3 16,-13 0-16,-9-1 15,-17-1-15,-11 2 16,-9-2-16,-22 3 16,-9 2-16,-22 1 15,-14 3-15,-15 1 16,-22 1 0</inkml:trace>
  <inkml:trace contextRef="#ctx0" brushRef="#br0" timeOffset="1682.47">14261 3652 0,'0'0'0,"0"0"0,0 0 0,0 0 15,4 0-15,-4 0 16,32-3-16,-3-1 15,6-9-15,3-12 16,1-5-16,-5-1 16,-1-5-16,-7-1 15,-5-3 1,-6 4-16,-7 6 16,-8 6-16,-6 5 15,-9 6-15,-12 9 16,-21 16-16,-13 17 15,5 7-15,7 9 16,10 0-16,10 5 16,6 6-16,11-1 15,9-4-15,11-9 16,19 0-16,17-7 16,18-7-1,7-9-15,5-16 16,2-6-16,-3-7 15,-4-6-15</inkml:trace>
  <inkml:trace contextRef="#ctx0" brushRef="#br0" timeOffset="2132.1">15130 3468 0,'0'0'0,"0"0"16,0 8-16,0 15 15,0 32-15,-3 25 16,-1-2-16,-1-14 15,-3-14-15,1-13 16,1-11-16,2-11 16,4-15-16,-4 11 15,4-11-15,0 0 16,-7-28 0,16-13-16,10-20 15,15-4-15,12 5 16,2 9-16,-4 18 15,-7 11-15,-13 14 16,-3 8-16,-2 15 16,-2 16-16,0 19 15,-3 12-15,-5-3 16,-1-3 0,-1-6-16</inkml:trace>
  <inkml:trace contextRef="#ctx0" brushRef="#br0" timeOffset="2999.61">16762 3535 0,'0'0'0,"0"0"16,0 0-16,14 4 15,15 7-15,22 7 16,13 4-16,4 1 16,0 0-16,-3-1 15,-7-2-15,-8-3 16,-7-4 0,-9-5-16,-6 1 15,-11-5-15,-17-4 16,0 28-16,-26 12 15,-27 28-15,-20 18 16,-5 1-16,-1 0 16,6-7-16,5 0 15</inkml:trace>
  <inkml:trace contextRef="#ctx0" brushRef="#br0" timeOffset="3732.55">18036 3406 0,'0'0'0,"0"0"16,0 0-16,0 0 16,0 0-16,0 0 15,0 0-15,0 0 16,10 0-16,19 0 16,37-1-16,20-7 15,-1-3 1,0-3-16,-12 3 15,1 1-15,-11 0 16,-9 7-16,-6 8 16,-13 8-16,-9 2 15,-9 3-15,-12 7 16,-12 6-16,-15 14 16,-17 7-16,-19 8 15,-8-1 1,5-8-16,-6-4 15,0-6-15,2-3 16,5-7-16,17-5 16,8-8-16,6 1 15,10 2-15,8-2 16,9-8-16,8-1 16,14 0-16,21-2 15,30-1 1,13-9-16,11-9 15,-5-4-15,-15-1 16,4 1-16,-16 4 16,-1-1-16,-16 5 15</inkml:trace>
  <inkml:trace contextRef="#ctx0" brushRef="#br0" timeOffset="5934.63">19388 3781 0,'0'0'0,"0"0"0,0 0 0,0 0 16,0 0-16,11-2 15,11-1 1,29 1-16,31 2 16,22 0-16,13-2 15,16 0-15,6-5 16,11-5-16,1-3 16,5-2-16,4-1 15,-2 1-15,-2 0 16,-3 2-1,-1-1-15,-9 2 16,-1 1-16,-9 6 16,-2 5-16,-13-2 15,-8 2-15,-11 0 16,-11-1-16,-11-1 16,-19 4-16,-16-1 15,-14 1-15,-12 0 16,-16 0-16,0 0 15,0 0 1,0 0-16,-33-23 16,-28 0-16,-4 4 15,6 3-15,5 4 16,12 3-16,8 3 16,13 3-16,21 3 15,-23-5-15,23 5 16,0 0-16,0 0 15,0 0 1,47 28-16,14 0 16,0 1-16,1 1 15,-5-2-15,-12-3 16,-7 2-16,-14-3 16,-10 1-16,-13-4 15,-10 5-15,-21 6 16,-27 10-16,-23-2 15,-9 0-15</inkml:trace>
  <inkml:trace contextRef="#ctx0" brushRef="#br0" timeOffset="6682.87">20220 3522 0,'0'0'0,"0"-4"0,0 4 0,0 0 0,2-13 15,0-5-15,2-13 16,-3-15-16,-7-8 16,-10 1-16,-19 7 15,-7 3-15,-13 8 16,-5 8-16,0 11 15,-6 12 1,1 11-16,8 10 16,6 16-16,13 13 15,8 13-15,12 2 16,12-6-16,12-8 16,9-7-16,15-6 15,15-11-15,20-12 16,11-23-16,6-22 15,5-21-15,3-15 16,-11-10-16,-3-7 16,-11-2-1,-4-9-15,-17 4 16,-15 13-16,-17 11 16,-9 15-16,-7 14 15,-1 13-15,-1 13 16,6 15-1,-9-15-15,9 15 0,0 0 16,0 0 0,-22 26-16,8 16 15,7 8-15,12 11 16,16 20-16,13 10 16,17 8-16,10 3 15,5-3-15</inkml:trace>
  <inkml:trace contextRef="#ctx0" brushRef="#br0" timeOffset="7399.51">23049 3266 0,'0'0'0,"0"0"0,6 4 0,-6-4 15,43 19-15,-1 1 16,3 4-16,-2 7 15,-11 2 1,-7 4-16,-8 2 16,-7 12-16,-10 9 15,-6 2-15,-5-9 16,-2-19-16,0-8 16,2-8-16,4-6 15,7-12-15,-6 11 16,6-11-16,0 0 15,44-41-15,24-24 16,5-6 0,-7 9-16,-14 8 15,-10 11-15,-12 8 16,-11 12-16,-10 10 16,-9 13-16,0 0 15,0 0-15,0 0 16,0 20-16,-5 16 15,-3 6-15,5 9 16,8-4 0,8-4-16,3-10 15,10-4-15,6-4 16,8-9-16,11-15 16,-4-18-16,1-15 15</inkml:trace>
  <inkml:trace contextRef="#ctx0" brushRef="#br0" timeOffset="7832.41">23463 2794 0,'0'0'0,"0"0"15,0 0-15,0 0 16,0 0 0,0 0-16,0 0 15,-4 1-15,4-1 16,-29 17-16,3-3 16,3-1-16,23-13 15,-22 12-15,22-12 16,0 0-16,0 0 15,0 0-15,5-11 16,26-22-16,15-8 16,9 2-16,0 7 15,1 10 1,-4 12-16,-6 10 16,-7 10-16,-6 12 15,-5 14-15,2 16 16,-1 17-16,-2 8 15,-8-16-15</inkml:trace>
  <inkml:trace contextRef="#ctx0" brushRef="#br0" timeOffset="15732.08">15700 3087 0,'0'-2'0,"0"2"0,0 0 0,-18-19 16,-13-5-16,-18-4 16,-9 2-16,-14 5 15,-11 3-15,-4 8 16,-16 4-16,-1 7 15,-6 10-15,-10 0 16,6 4 0,4 5-16,3 7 15,1 8-15,9 8 16,3 11-16,9 17 16,7 7-16,10 5 15,9 11-15,14-1 16,12 4-16,7-1 15,14-1-15,12 0 16,10-5-16,18 2 16,3-8-1,24 3-15,11-9 16,6-12-16,26-14 16,-1-12-16,32-11 15,6-20-15,0-10 16,14-14-16,-16-17 15,25-18-15,-16-14 16,10-16 0,-11-6-16,-12-4 15,-10-3-15,-23 1 16,-12-13-16,-16 0 16,-13-9-16,-13 0 15,-22 5-15,-23-6 16,-14 11-16,-30 1 15,-24 12-15,-32 8 16,-37 20-16,-28 24 16,-16 22-16,-18 19 15,-7 28 1</inkml:trace>
  <inkml:trace contextRef="#ctx0" brushRef="#br0" timeOffset="19331.54">14455 4815 0,'0'0'0,"0"0"0,0 0 15,-4-2-15,4 2 16,0 0-16,-19 2 16,1-1-16,-11 2 15,-5 3-15,-2 5 16,-5 5-16,1 3 16,-1 7-16,0 3 15,10 1 1,3 0-16,7-1 15,7-5-15,5 0 16,5-2-16,4-1 16,6 3-16,9-2 15,8 1-15,5-5 16,4-5-16,5-6 16,4-4-16,0-7 15,-3-2 1,-4-3-16,-2 2 15,-6-1-15,-3 2 16,-6 1-16,-17 5 16</inkml:trace>
  <inkml:trace contextRef="#ctx0" brushRef="#br0" timeOffset="21399.13">14900 4981 0,'0'0'0,"0"3"0,0-3 16,-6 20-16,-2 7 15,-1 5-15,0-2 16,2-2-16,0-6 16,2-5-16,2-4 15,3-13-15,-4 13 16,4-13-16,0 0 15,0 0 1,0 0-16,0 0 16,0 0-16,-12-17 15,4-11-15,3-15 16,5-7-16,3 2 16,4 9-16,0 12 15,0 7-15,0 5 16,1 4-1,-8 11-15,29-12 16,-11 16-16,6 9 16,7 8-16,3 10 15,1 5-15,-3-1 16,-5-5-16,-4-4 16,-5-5-16,-2-4 15,-4-4-15,-12-13 16,25 12-16,-5-19 15,5-8 1,1-15-16,3-10 16,2-11-16,-4 1 15,-3 5-15,-10 7 16,-2 7-16,-5 7 16,-2 7-16,-3 6 15,-2 11-15,0 0 16,0 0-1,0 0-15,21 18 16,-13 6-16,6 7 16,-3-6-1,-2-6 1,-9-19-16,10 10 16,-10-10-16,0 0 15,0 0-15,15 2 16,-15-2-16,16 1 15,-16-1 1,21 15-16,-13 2 16,0 3-16,-5 6 15,-4 7-15,-5-2 16,-2 0-16,-2-6 16,4-8-16,1-2 15,5-15 1,-7 15-16,7-15 0,0 0 15,0 0 1,0 0-16,2-14 16,4-15-16,0-8 15,4-3-15,2 0 16,0 7-16,-1 4 16,2 7-16,-1 6 15,0 5-15,5 5 16,2 5-16,3 8 15,5 11 1,5 8-16,0 6 16,-1 3-16,-4-4 15,-2-3-15,-3-1 16,0-8-16,2-7 16,3-9-16,-2-6 15,0-14-15,-1-13 16,-2-11-16,-7-6 15,-1 0 1,-7 7-16,-3 6 16,-1 5-16,-3 5 15,0 5-15,0 10 16,0 9-16,0-12 16,0 12-16</inkml:trace>
  <inkml:trace contextRef="#ctx0" brushRef="#br0" timeOffset="21715.39">16199 4828 0,'0'0'0,"0"0"16,0 0-16,0 0 15,11 5-15,10 4 16,8 1-16,6-3 16,6-2-16,5-6 15,-1-4-15,-4-1 16,-6-1-16,-6-1 15,-7 1-15,-4 0 16,-18 7-16,17-16 16</inkml:trace>
  <inkml:trace contextRef="#ctx0" brushRef="#br0" timeOffset="21900.68">16472 4697 0,'0'0'0,"0"0"0,0 0 0,0 0 15,0 0-15,-2 4 16,-1 8-16,-5 15 16,0 13-1,3 10-15,7 6 16,1-2-16,0-4 16,0-5-16</inkml:trace>
  <inkml:trace contextRef="#ctx0" brushRef="#br0" timeOffset="22499.5">17155 4816 0,'0'0'0,"0"0"0,0 5 16,0 13-16,-2 17 15,0 15-15,-5 5 16,-2-1 0,-1-11-16,-2-9 15,5-9-15,1-9 16,6-16 0,0 0-1,0 0-15,-32-25 16,12-18-16,1-11 15,7 2-15,8-8 16,4-1-16,6 1 16,5 3-1,1 7-15,-1 8 16,1 8-16,-3 12 16,-1 5-16,6 4 15,1 2-15,1 5 16,-1 3-16,-15 3 15,26 9-15,-17 2 16,-2 15-16,-1 7 16,-4 5-1,-6-5-15,-6-2 16,-7 4-16,0-7 16</inkml:trace>
  <inkml:trace contextRef="#ctx0" brushRef="#br0" timeOffset="23681.92">17495 4682 0,'0'0'0,"0"3"0,0-3 16,3 19-16,2 6 15,-2 7-15,-3 9 16,-3-2-16,-2 0 16,-1-3-1,3-8-15,1-3 16,4-6-16,5-9 16,-7-10-16,24 2 15,-24-2-15,31-25 16,-15 5-16,-4-1 15,-8 1-15,-1 1 16,-3 0 0,-5-1-16,3 3 15,-2 3-15,1 5 16,3 9-16,-4-16 16,8 5-16,6-3 15,9-4-15,7 3 16,2 7-16,4 4 15,-2 7-15,-4 3 16,-8 2-16,-2 2 16,-3 5-1,-1 7-15,-4 3 16,2 17-16,-1 4 16,-2 2-16,0-5 15,-3-19-15,-2-5 16,1-7-16,-3-12 15,16 7-15,-16-7 16,24-22-16,-12-5 16,-3-12-1,-6 1-15,-5 5 16,-3 6-16,-1 5 16,-2 4-16,1 4 15,1 3-15,6 11 16,-11-9-16,11 9 15,0 0-15,0 0 16,0 0-16,-10 15 16,18-2-16,15 6 15,15-5 1,17-11-16,-1-13 16,0-11-16,4-10 15,1-15-15,-2-9 16,-10-3-16,-13 2 15,-12 7-15,-13 5 16,-6 3-16,-6 5 16,-1 12-16,-1 9 15,5 15 17,0 0-32,-26 2 15,1 26-15,-3 15 16,8 13-16,4 5 15,5 3-15,11 5 16,5-14-16,8-5 16,5-7-16,1-14 15,3-2 1,2-11-16,6-4 16,4-7-16,2-10 15,8-7-15,4-8 16,-10-5-16,-7 1 15,-10 5-15,-5 4 16,-6 3-16,-10 12 16,8-10-16,-8 10 15,0 0 1,0 0-16,0 0 16,-3 11-16,2 6 15,-2 4-15,1-2 16,1-7-16,1 0 15</inkml:trace>
  <inkml:trace contextRef="#ctx0" brushRef="#br0" timeOffset="24299.17">18765 4584 0,'0'0'0,"0"0"0,-2-3 16,2 3-16,0 0 15,0 0-15,0 0 16,0 0-16,0 0 16,0 0-16,0 0 15,0 0 1,0 0-16,0 0 16,0 0-16,0 0 31,6 25-31,15-7 15,15 9-15,-5-6 16,1 2-16,2 0 16,-6 1-16,-8 4 15,-6-4-15,-3-3 16,-3-3 0,-2-6-16,-6-12 15,8 13-15,-8-13 16,27-6-16,6-13 15,9-10-15,0-1 16,-4 3-16,-9 9 16,-2 9-16,-2 11 15,-3 2-15,-2 6 16,-3 1 0,0 1-16,-17-12 15,19 15-15,-19-15 16,29-13-16,-6-18 15,-1-9-15,-9-3 16,-4 7-16,-3 10 16,-2 8-16,-4 18 15,0 0 1,0 0-16,-23 32 16,-14 38-16,0 20 15,-1-6-15,9-15 16,-5 3-16</inkml:trace>
  <inkml:trace contextRef="#ctx0" brushRef="#br0" timeOffset="28899.19">20968 4553 0,'0'0'0,"0"0"0,0 0 15,0 0-15,0 0 16,0 0-16,4 9 16,4 13-16,1 10 15,2 10-15,1 1 16,-4 3-1,1-8-15,-4-12 16,1-9-16,1-6 16,-7-11-16,51-14 31,5-33-31,9-5 16,-15-2-16,-27 29 15,-6 6-15,-8 9 16,-9 10-16,0 0 15,12-12 1,-12 12-16,0 0 16,7 10-16,3 7 15,5 15-15,4 6 16,-3-4-16,1-3 16,4-5-16,0-4 15,12-1-15</inkml:trace>
  <inkml:trace contextRef="#ctx0" brushRef="#br0" timeOffset="29464.62">21810 4675 0,'0'0'0,"0"0"0,0 0 0,0 6 16,0 8-16,0 15 15,0 6-15,0 0 16,0 1-16,3-5 16,0-2-16,4-2 15,-1-10 1,-3-6-16,-3-11 0,0 0 15,0 0 1,0 0-16,0 0 16,0 0-16,-4-24 15,-5-13-15,2-10 16,1-16-16,6 7 16,3 11-16,2-5 15,-1 23-15,1-1 16,-2 11-16,-3 17 15,6-15-15,-6 15 16,0 0 0,0 0-16,25-2 15,-4 14-15,-1 4 16,-2 1-16,-7-4 16,0-2-16,-11-11 15,9 17-15,-14-1 16,-12 9-16,-8 9 15,-11-6-15,-7-11 16</inkml:trace>
  <inkml:trace contextRef="#ctx0" brushRef="#br0" timeOffset="35001.83">22626 4594 0,'0'0'0,"0"0"0,4 0 16,-4 0-16,24-3 15,6-1-15,20-3 16,11-3-1,-2-1-15,-4-2 16,-2 3-16,-5 0 16,3 0-16,-4-1 15,-6 3-15,-7 2 16,-11 1-16,-6 2 16</inkml:trace>
  <inkml:trace contextRef="#ctx0" brushRef="#br0" timeOffset="35282.15">22967 4677 0,'0'0'0,"0"2"0,0-2 16,5 18-16,3 1 16,-1 2-16,2-2 15,1 1-15,-1 2 16,3 1-16,0 3 16,-4-6-16,2-1 15,-4-2-15</inkml:trace>
  <inkml:trace contextRef="#ctx0" brushRef="#br0" timeOffset="35782.6">23320 4736 0,'0'0'0,"0"0"0,0 0 0,0 0 0,0 0 16,6 4-16,-6-4 15,25 26-15,-1-3 16,5 4-16,-3-4 15,-2-1 1,-2-1-16,-2 4 16,-4 2-16,-7-5 15,-8-3-15,-12 9 32,-1 2-32,-2-1 15,2-7-15,12-22 16,-14 12-16,14-12 15,-23-26 1,18-8-16,14-12 16,10 1-16,5-2 15,1 7-15,-3 8 16,-2 8-16,1 4 16,1 0-16,8-3 15</inkml:trace>
  <inkml:trace contextRef="#ctx0" brushRef="#br0" timeOffset="36199.48">24092 4688 0,'0'0'0,"0"0"16,-6 0-16,6 0 16,-28 5-16,1 6 15,-2 5-15,2 3 16,6 1-16,3-3 16,7-1-16,2-3 15,5-2-15,4-11 16,-3 9-16,3-9 15,0 0 1,41 8-16,4-8 16,3-7-16,-12 2 15,-10 2-15,-7 0 16,-19 3-16,26-6 16,-26 6-16,21 0 15,-21 0-15,20 4 16,-20-4-16,36 7 15,-8-1 1</inkml:trace>
  <inkml:trace contextRef="#ctx0" brushRef="#br0" timeOffset="36501.33">24613 4526 0,'0'0'0,"0"0"0,0 0 15,-2 3-15,-7 7 16,-5 13-16,-10 11 15,0 5 1,4-2-16,5-5 16,5-5-16,3-2 15,4-5-15,1-2 16,6-1-16,9 0 16</inkml:trace>
  <inkml:trace contextRef="#ctx0" brushRef="#br0" timeOffset="36947.83">24586 4789 0,'0'0'0,"0"0"0,4 5 15,1 6-15,4 3 16,-2 1-16,-2-1 15,-5-14 1,6 17-16,-6-17 16,0 0-16,0 0 15,0 0-15,0 0 16,25-15-16,-3-5 16,-3-6-16,-5 7 15,-4 5-15,-10 14 16,11-14-16,-11 14 15,19-3 1,-19 3-16,25 5 16,-7 4-16,-1 2 15,0 1-15,1-1 16,-18-11-16,26 16 16,-5-21-16,8-6 15,5-6-15,-2-5 16,-1 2-16,-2-3 15,-29 23-15,15-14 16</inkml:trace>
  <inkml:trace contextRef="#ctx0" brushRef="#br0" timeOffset="37316.11">23784 5276 0,'0'0'0,"4"-2"0,-4 2 16,69-25-16,21-1 15,8 0-15,21-5 16,-13 3-16,2 1 15,-4-1-15,381-141 16</inkml:trace>
  <inkml:trace contextRef="#ctx0" brushRef="#br0" timeOffset="38165.01">21454 2191 0,'0'0'0,"1"2"16,-1-2-16,14 26 15,9 13-15,3 11 16,2 2-16,0-7 16,-7-11-1,-2-11-15,-3-8 16,-3-4-16,-13-11 16,32 15-16,-12-12 15,0-4-15,2-7 16,1-10-16,4-13 15,4-16-15,-2-6 16,-2-1-16,-6 3 16,-3 9-1,-5 4-15,1 3 16,1-6-16,5-6 16,19 12-16</inkml:trace>
  <inkml:trace contextRef="#ctx0" brushRef="#br0" timeOffset="38582.35">22186 2106 0,'0'0'0,"0"0"16,0 0-16,12-1 15,19-3-15,24-2 16,17-2-16,2 0 15,-3 1-15,-6 1 16,-9-1-16,-3-1 16,-7-1-1,-10 0-15,-7-2 16,-13 5-16,-16 6 16,0 0-16,0 0 15,0 0 1,-52-3-1,1 12-15,19 2 16,14-5-16,18-6 16,-23 16-1,12-3-15,-2 4 16,1 3-16,0 8 16,9 3-16,3 8 15,1 8-15,1 4 16,0-2-16,2-5 15,2-6-15,-2-2 16,1 1-16</inkml:trace>
  <inkml:trace contextRef="#ctx0" brushRef="#br0" timeOffset="38798.08">22211 2551 0,'0'0'0,"0"0"0,0 0 0,5 2 16,-5-2-16,20 10 15,30-16 1,39-2-16,4-9 16,-10-4-16,1-3 15,0-5-15,-1-2 16,0-2-16</inkml:trace>
  <inkml:trace contextRef="#ctx0" brushRef="#br0" timeOffset="38981.8">23137 2186 0,'0'0'0,"6"-1"0,-6 1 15,54-12-15,9-5 16,5-3-16,-9-1 16,-12 4-1,-24 4-15</inkml:trace>
  <inkml:trace contextRef="#ctx0" brushRef="#br0" timeOffset="39098.93">23250 2087 0,'0'0'0,"0"0"0,0 8 15,-2 12-15,-3 26 16,-2 16-16,1 22 16,6 5-16,5 18 15</inkml:trace>
  <inkml:trace contextRef="#ctx0" brushRef="#br0" timeOffset="43664.84">18683 2941 0,'0'0'0,"-2"-8"0,2 8 0,-13-23 16,-1 4-16,1 2 15,-8 2-15,-15 3 16,-24 8-1,-27 12-15,-13 19 16,-11 12-16,1 17 16,13-3-16,13 1 15,11-2-15,13 0 16,-3 10-16,9 1 16,13-5-16,10-3 15,16 5-15,5 7 16,3 6-1,5-6-15,4-5 16,12-4-16,6-3 16,6 4-16,9-6 15,6-2-15,1-8 16,8-2-16,16-10 16,7-8-16,9-7 15,12-13-15,-3-5 16,3-5-16,13-6 15,-10 0 1,4-7-16,16-9 16,-24-1-16,-7-11 15,-11-5-15,-6-2 16,1-3-16,-3-4 16,-10-10-16,-16-2 15,-10-8-15,-2-3 16,-13-9-1,-9-5-15,-11 1 0,-13 16 16,-12-5 0,-14 6-16,-15 5 15,-17 10-15,-13 18 16,-11 12-16,-13 11 16,-10 13-16,0 17 15,2 8-15,12 9 16</inkml:trace>
  <inkml:trace contextRef="#ctx0" brushRef="#br0" timeOffset="49699.05">17675 6584 0,'0'0'0,"0"0"0,0 0 16,1 5-16,-1-5 16,5 16-1,0 3-15,2 11 16,3 13-16,-1 14 15,-4 10-15,-2 9 16,-5 7-16,0 2 16,-4 2-16,0 5 15,0 8-15,0-11 16,0-2-16,1-14 16,3-14-16,1-10 31,-1-14-16,1-10-15,1-10 16</inkml:trace>
  <inkml:trace contextRef="#ctx0" brushRef="#br0" timeOffset="50516.05">17515 6632 0,'0'0'0,"0"0"16,0 0-16,0 0 16,0 0-16,17 0 15,17 0-15,23-3 16,11-3-16,2-8 16,0 0-16,-6 0 15,-6 2-15,-8 2 16,-9 2-1,-7 4-15,-2 7 16,1 10-16,-2 8 16,1 9-16,-1 7 15,-8 0-15,-3 4 16,-4-2-16,-3 6 16,-6 1-16,0 3 15,-5 5-15,-2 5 16,-2 4-1,-3 1-15,-3-1 16,1 1-16,0-2 16,-3 16-1,2-8 1,1-12-16,0 0 16,4-16-16,1-2 15,-1-3-15,2-13 16,0 7-1,0 4-15,-1 1 16,-1-6-16,-5-12 16,-1-4-16,-3-1 15,3-1-15,9-12 16,-15 18-16,15-18 16,-27 19-16,-1-8 15,-8-3-15,2-1 16,-2-2-1,-6 0-15,-5 0 16,-1-3-16,10-2 16,-6 0-16,-6-2 15,2-3-15,7-2 16,16-3-16,8 3 16,17 7-16</inkml:trace>
  <inkml:trace contextRef="#ctx0" brushRef="#br0" timeOffset="52581.26">18663 6555 0,'0'0'15,"0"0"-15,1 3 0,7 6 16,17 24-16,21 21 16,13 7-1,11 5-15,4 0 16,3 1-16,1 2 16,-5-4-16,7 1 15,-1 1-15,8 5 16,-3-3-16,-3 8 15,-1 19-15</inkml:trace>
  <inkml:trace contextRef="#ctx0" brushRef="#br0" timeOffset="52831.44">19545 6529 0,'0'0'0,"0"0"15,-1 2-15,-9 19 16,-21 50-16,-30 54 15,-20 31-15,-23 24 16,-39 66 0,-26 45-16</inkml:trace>
  <inkml:trace contextRef="#ctx0" brushRef="#br0" timeOffset="54648.79">17565 1839 0,'0'0'0,"0"0"0,0 0 15,7-4 1,10-5-16,18-8 16,9-3-16,0-1 15,-3 1-15,-4 3 16,-1 0-16,-1-4 15,-4-3-15,-8 4 16,-8 4-16,-6 6 16,-9 10-16,5-14 15,-16 1-15,-14-4 16,-29 6 0,-7 4-16,-2 14 15,6 6-15,15 3 16,9 1-16,7 1 15,2 2-15,5 2 16,2 6-16,3 8 16,5 7-16,4 10 15,3 11-15,2 3 16,0 2 0,3 3-16,-1 2 15,0 3-15,-1-10 16,-5-5-16,-9-5 15,-1-10-15,-4 2 16,-7-1-16,-2-1 16,-1-8-16,2-9 15,4-10-15,8-9 16,14-11 0,-31 6-16,11-10 15</inkml:trace>
  <inkml:trace contextRef="#ctx0" brushRef="#br0" timeOffset="54832.01">17028 2356 0,'0'0'0,"0"0"16,7-3-16,23-6 15,30-13-15,14-6 16,2 0-16,0-2 16</inkml:trace>
  <inkml:trace contextRef="#ctx0" brushRef="#br0" timeOffset="55281.11">18083 2281 0,'0'0'0,"6"0"0,-6 0 16,0 0 0,26-4-16,-26 4 15,35-11-15,-6-9 16,13-14-16,4-11 15,3-11-15,-10-2 16,-6-5-16,-11 11 16,-10 10-16,-9 7 15,-5 7-15,-8 4 16,-11 9 0,-10 11-16,-16 14 15,-7 17-15,0 22 16,0 19-16,7 10 15,7 7-15,11-11 16,11-5-16,14-5 16,12-6-16,9-7 15,8-9-15,3-11 16,23-2-16,9-1 16,12-12-1</inkml:trace>
  <inkml:trace contextRef="#ctx0" brushRef="#br0" timeOffset="55898.73">18799 2152 0,'0'0'0,"0"0"0,0 0 16,-7 0-16,7 0 15,-31 5-15,0 13 16,-7 15-16,-6 14 16,3 5-16,12-6 15,5-3-15,10-7 16,11-8-16,8-11 16,11-4-1,10-9-15,13-10 16,9-15-16,-2-16 15,2 0-15,-11 1 16,-7 8-16,-11 11 16,-6 5-16,-13 12 15,18-17-15,-18 17 16,27-14-16,-9 9 16,3 0-1,4-2-15,2 1 16,0 0-16,8-8 15,15-17-15,6-16 16,3-13-16,-18 6 16,-10-3-16,-10 12 15,-10 14-15,-4 8 16,-3 8-16,-4 15 16,1-13-1,-1 13-15,0 0 16,0 0-16,-6 13 15,-2 15-15,-3 13 16,4 13-16,4-3 16,3-7-16,1-8 15,2-3-15,-2-2 16,-1 0-16,2-1 16,-1-3-1</inkml:trace>
  <inkml:trace contextRef="#ctx0" brushRef="#br0" timeOffset="56381.2">19207 1988 0,'0'0'0,"11"-8"16,5 0-16,18-12 15,4-2-15,-6 5 16,-2 0-16,-4 3 16,-2 2-16,-7 7 15,-17 5-15,22-2 16,-22 2-16,21 33 16,-8 3-16,0 11 15,1 9 1,0 0-16,-1-6 15,-4-15-15,-5-14 16,3-10-16,-7-11 16,34 2-16,-5-14 15,12-13-15,3-14 16,2-4-16,-8 3 16,-7 7-16,-8 8 15,-8 7 1,-3 8-16,-12 10 15,18-2-15,-4 19 16,3 17-16,-1 9 16,-8-1-16,-5 4 15,-3 0-15,-11-4 16,-4-9-16</inkml:trace>
  <inkml:trace contextRef="#ctx0" brushRef="#br0" timeOffset="56665.68">19926 2020 0,'0'0'0,"2"-6"16,-2 6-16,12-28 15,9 7-15,6 4 16,6 6-16,3 4 16,-1 7-16,-7 0 15,-2 4-15,-7 5 16,0 4-1,-4 8-15,-3 8 16,-7-2-16,-1-5 16,-4-5-16,0-6 15,0-11-15,0 12 16,0-12-16,0 0 16,10-17-16,12-17 15,7-11 1,5 4-16</inkml:trace>
  <inkml:trace contextRef="#ctx0" brushRef="#br0" timeOffset="57014.39">20635 2085 0,'0'0'0,"2"-2"16,-2 2-16,7-24 15,-3-4-15,-2 3 16,-5 3-16,-3 3 16,-1 6-1,7 13-15,-24-9 16,24 9-16,-32 30 15,17 2-15,6 3 16,4-3-16,5 0 16,7-3-16,8 3 15,15 1-15,9-4 16,5-6-16,2-12 16,9 2-16</inkml:trace>
  <inkml:trace contextRef="#ctx0" brushRef="#br0" timeOffset="57531.21">21186 2102 0,'0'0'0,"0"0"0,0 0 0,1 3 0,-1-3 16,0 0-1,0 0-15,0 0 16,0 0-16,0 0 16,0 0-16,22-27 15,-12-5-15,-5-11 16,-1 8-16,-2 5 16,1 6-1,-1 8-15,0 3 16,-2 13-16,0-10 15,0 10-15,0 0 16,18 5-16,-2 4 16,9 5-16,4 2 15,-5-3-15,2-1 16,-4-10-16,4-7 16,0-4-16,-2-3 15,4-6 1,1 0-16,-2 0 15,-5 4-15,-6 3 16,-16 11-16,27-12 16,-9 14-16,1 6 15,2 8-15,-2 4 16,-2 6-16,7 9 16,-3 1-16,6 6 15,-3-14-15</inkml:trace>
  <inkml:trace contextRef="#ctx0" brushRef="#br0" timeOffset="58264.37">22137 1800 0,'0'0'0,"0"0"15,-1-6-15,1 6 0,-6-21 16,-1 8-1,7 13-15,-9-16 16,9 16-16,-17 0 16,17 0-16,-22 18 15,11-6-15,4 3 16,2-3-16,2-2 16,3-10-16,5 13 15,-5-13 1,18 4-16,5-8 15,8-10-15,4-7 16,-7 0-16,-8 5 16,-3 4-16,-1-2 15,0 2-15,4 0 16,4 0-16,2 0 16,-2 1-16,0 0 15,-4 1-15,0 1 16,-4 2-1,-16 7-15,20-8 16,-20 8-16,19 2 16,-2 14-16,4 13 15,-3 6-15,-4 4 16,-4-1-16,-4-2 16,-4-5-16,-2-5 15,-3-6-15,-2-6 16,5-14-16,-28 12 15,5-13 1,-4-5-16,6-8 16,-1-5-16,1-8 15,4-10-15,3-15 16,8-6-16,16 1 16,11 3-16,9 7 15,9 5-15,7 7 16,6 8-16,0 13 15,-5 12 1,-8 10-16,-10 4 16,-12 5-16,-13 5 15,-12 14-15,-23 25 16,-27 18-16,-19 8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31T11:29:16.25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8245 8950 0,'0'0'0,"-4"0"0,4 0 16,-24 0-16,1 0 16,-5 0-16,-3 0 15,0 0-15,-5 3 16,-2 3-16,-4 5 16,-2 6-16,-4 4 15,-3 5 1,-7 6-16,-2 4 15,6 3-15,-2 10 16,4 2-16,1 12 16,7-3-16,6-2 15,2 0-15,8-6 16,0 3-16,6-9 16,6-2-16,4 1 15,1 2-15,3 7 16,4 4-1,6 0-15,5-5 16,7-3-16,4-2 16,6 2-16,6 1 15,5-1-15,7-4 16,3-4-16,6-6 16,4-8-16,8-3 15,7-4-15,4-5 16,2-3-16,-1-5 15,-2-5 1,-11-4-16,9-7 16,-1-1-16,2-7 15,-1-5-15,-9-5 16,1-8-16,1-11 16,-5-3-16,-4-7 15,-3-8-15,-10-11 16,-8-5-16,-2-14 15,-9 1-15,-6-1 16,-11-1 0,-9 0-16,-8-4 15,-5 1-15,-5 6 16,-13 5-16,-5 10 16,-9 5-16,-9 4 15,0 14-15,-10 9 16,-2 12-1,-8 11-15,-6 7 16,0 15-16,-8 10 16,-2 21-16,10 4 15</inkml:trace>
  <inkml:trace contextRef="#ctx0" brushRef="#br0" timeOffset="3183.97">20761 3231 0,'0'0'0,"-7"6"15</inkml:trace>
  <inkml:trace contextRef="#ctx0" brushRef="#br0" timeOffset="4233.05">18785 3551 0,'2'2'0,"0"12"0,1 11 16,-3 46-16,-9 32 16,-2 13-16,-6 12 15,-3 16-15,1-6 16,-1 9-16,1-7 16,10-14-1,4-5-15,3-20 16,4-21-16,1-22 15,1-29-15,-4-29 16,0 0-16</inkml:trace>
  <inkml:trace contextRef="#ctx0" brushRef="#br0" timeOffset="4849.88">18711 3450 0,'0'0'0,"0"0"0,0 0 0,0-2 0,0 2 16,0 0-16,26-16 15,36-1-15,50-4 16,18-2-16,11 0 16,4 1-1,1-1-15,-1 6 16,-15 8-16,-10 6 15,-17 10-15,-16 8 16,-12 13-16,-9 17 16,-12 5-16,-8 19 15,-12 15-15,-3 13 16,-6 11-16,-5 10 16,-6-7-1,-4 6-15,-6-10 16,-2-6-16,-3-1 15,-1-9-15,1-5 16,0-15-16,4-13 16,8-12-16,0-11 15,-1-11-15,-1-3 16,-4-8-16,-2-1 16,-7 7-16,-21 12 15,-27 12 1,-30 3-16,-31-7 15,-18 3-15,-19-7 16,-6-1-16,0-4 16,5 1-16,5-3 15,17-2-15,10-2 16,17-13-16,16-15 16,17-4-16,15-7 15,13-3 1,13-2-16,9 0 15,14-5-15,15-21 16</inkml:trace>
  <inkml:trace contextRef="#ctx0" brushRef="#br0" timeOffset="5199.2">19761 3451 0,'0'0'0,"0"3"0,-1 10 16,-2 42-1,-8 62-15,-9 29 16,-5-2-16,-5 18 15,-1-2-15,-1 8 16,-2 12-16,5-9 16,11-3-16,18-25 15,-2-15-15,4 3 32,-2-57-17,3-15-15,-1-27 16,-2-32-16,2 13 15</inkml:trace>
  <inkml:trace contextRef="#ctx0" brushRef="#br0" timeOffset="5532.84">18546 4484 0,'0'0'0,"-2"-2"0,2 2 16,0 0-16,0 0 15,0 0-15,47-12 16,52-5-16,45-10 16,19-1-16,12 3 15,0 10-15,-19 3 16,-3 0-16,-16-2 15,-11-17 1,-13-1-16,-8-11 16,-16-3-16,-19 15 15,-18 7-15,-9 15 16,-4 5-16,-7 0 16</inkml:trace>
  <inkml:trace contextRef="#ctx0" brushRef="#br0" timeOffset="6316.69">18957 3910 0,'0'0'0,"0"0"0,0 0 0,0 0 0,0 0 16,18-6-16,24-5 15,13-4-15,-1 0 16,-20 6-1,-7 5-15,2 2 16,0 2-16,-6 2 16,-23-2-16,24 5 15,-17 5-15,-2 1 16,-3 6-16,-17 16 16,-4 3-16,-6 8 15,1-2 1,10-15-16,4-10 0,10-17 15,-7 12 1,7-12-16,0 0 16,0 0-16,6 15 15,26-13-15,27-14 16,10-10-16,-6 0 16,-6 1-16,-12 4 15,-3 12-15,8-3 16</inkml:trace>
  <inkml:trace contextRef="#ctx0" brushRef="#br0" timeOffset="6849.33">20099 3689 0,'0'0'0,"0"0"0,0 0 0,0 0 0,2 4 16,-2-4-16,24 17 16,-3-7-16,-4-2 15,-2-3 1,-15-5-16,31 13 0,-17-2 15,-1 2 1,-13-13-16,4 24 16,-13-3-16,-7 9 15,-5 3-15,4-12 16,1-3-16,7-7 16,9-11-16,-12 13 15,11-2-15,11 16 16,5 11-16,7-2 15,-3-14 1,-4-5-16,-15-17 16,20 11-16,-20-11 15,0 0-15,12 16 16,-17-2-16,-13 11 16,-17 1-16,-13 4 15,-13 11-15,11-18 16,0 4-16,5 1 15,16-12 1</inkml:trace>
  <inkml:trace contextRef="#ctx0" brushRef="#br0" timeOffset="7499.47">18945 4709 0,'0'0'0,"0"0"0,0 0 16,2 3 0,-2-3-16,7 25 15,2 9-15,1 15 16,0 0-16,-1-2 16,3-7-16,6-8 15,3-13-15,1-13 16,14-12-16,5-10 15,1-8-15,1-5 16,-13 5 0,-10 5-16,-8 8 15,-12 11-15,13-15 16,-13 15-16,0 0 16,0 0-16,21 12 15,-7 13-15,2 14 16,-4 11-16,-5 8 15,-3-3-15,-2-7 16,1-7 0,1-1-16,8-5 15</inkml:trace>
  <inkml:trace contextRef="#ctx0" brushRef="#br0" timeOffset="8133.26">20313 4521 0,'0'0'0,"0"0"0,0 0 0,0 0 16,0 1 0,0-1-16,0 0 15,-25 11-15,8-7 16,-6 5-16,-1 17 16,1 6-16,4 5 15,7-3-15,8-3 16,6 3-16,7 2 15,3-3-15,6 1 16,4-3 0,2 0-16,-3-7 15,-5-4-15,-1-3 16,-7-2-16,-6 4 16,-11 5-16,-14 5 15,-12 7-15,-18-6 16,3-8-16,9-8 15,10-7 1,12-6-16,2-6 16,5-7-16,6-17 15,13-28-15,20-26 16,9-8-16,9 1 16,2-1-16,-5 12 15,-11 25-15,-11 28 16,-6 14-16,-14 12 15,17-12-15,-17 12 16,0 0-16,0 0 16,-44 33-1,-23 27-15</inkml:trace>
  <inkml:trace contextRef="#ctx0" brushRef="#br0" timeOffset="9467.32">21102 4120 0,'0'8'0,"0"-8"0,24 17 0,39 15 16,33-32-16,4 16 16,10-14-1,-10-4-15,4-13 16,0-11-16,-15 4 16,2-8-16,-23 8 15,-10-2-15,-17-6 16,-12 12-16,-11 0 15,-18 18-15,12-12 16,-12 12 0,0 0-16,-52-28 15,-6 6-15,-3 14 16,0 2-16,0 0 16,10 0-16,9 2 15,10 7-15,6 6 16,10-7-16,16-2 15,-19 4-15,19-4 16,0 0-16,0 0 16,76 18-1,7 2-15,3 3 16,-9-2-16,-6 1 16,-2 10-16,-27-14 15,-13-2-15,-29-16 16,0 0-16,9 20 15,-37 4-15</inkml:trace>
  <inkml:trace contextRef="#ctx0" brushRef="#br0" timeOffset="10233.35">22258 4226 0,'-1'-5'0,"1"5"0,-28 25 0,-41 42 16,-23 95 0,8-34-16</inkml:trace>
  <inkml:trace contextRef="#ctx0" brushRef="#br0" timeOffset="12766.95">22834 3338 0,'0'0'0,"0"0"0,0 0 16,-2 5-16,2 10 15,-2 16 1,1 23-16,-2 17 15,1 26-15,-3 11 16,-5 29-16,-9-9 16,-10 33-16,3 3 15</inkml:trace>
  <inkml:trace contextRef="#ctx0" brushRef="#br0" timeOffset="13749.35">22730 3444 0,'0'0'0,"0"0"16,0 0-16,0 0 15,7 0-15,-7 0 16,24-3-16,3 1 16,11-5-16,15-8 15,17-6 1,8-4-16,14-6 15,4 0-15,5-1 16,-5 1-16,-6 3 16,-4 6-16,-2 5 15,2 5-15,-3 6 16,-8 4-16,-9 4 16,-4 4-16,-7 3 15,-5 4 1,-10 2-16,-6 2 15,-9 0-15,0 7 16,-3 4-16,-5 6 16,-3 5-16,-7 2 15,-4 8-15,-8 16 16,-3 9-16,-3 1 16,-1 3-16,2-14 15,-5 10-15,3-6 16,1-16-1,2-1-15,1-14 16,5-8-16,0-4 16,2-8-16,0-1 15,-1 12-15,-9 12 16,-18 3-16,-13-4 16,-16-15-16,-16 3 15,-18-8 1,-15 0-16,-7-5 15,-8-4-15,3 0 16,-2-5-16,11-1 16,18 0-16,8-3 15,12 0-15,11-1 16,8 0-16,15 0 16,11-1-16,8 0 15,19 1 1,-22-4-16,22 4 0,0 0 15,0 0 1,0 0-16,-10-16 16</inkml:trace>
  <inkml:trace contextRef="#ctx0" brushRef="#br0" timeOffset="14416.21">24000 3554 0,'0'0'0,"0"0"0,-3-1 16,3 1-16,-40-15 15,-12 9-15,-11 6 16,-2 6-1,10 2-15,0 3 16,11 1-16,13-3 16,10-2-16,21-7 15,-23 9-15,23-9 16,0 0-16,-5 19 16,16 10-16,15 12 15,22 8-15,8-1 16,4-6-1,-8-8-15,-8-6 16,-9-4-16,-8-6 16,-2 4-16,-10-6 15,-5-4-15,-5 8 16,-14 6-16,-13 5 16,-36 12-16,-20-11 15,-13 6-15,-8 1 16,17-19-16,0 2 15,14-10 1,20-3-16,15-5 16,13-7-16,8-11 15,8-6-15,16-7 16,39-30-16,46-33 16,38-16-16,-1 5 15,-2 13 1,-2-1-16,-25 18 15,-13 9-15,-33 17 16,-24 14-16,-15 12 16,-20 19-16,4-15 15,-36 10-15,-84 19 16,-43 22-16,-1 27 16,3-3-16</inkml:trace>
  <inkml:trace contextRef="#ctx0" brushRef="#br0" timeOffset="16200.02">23251 4858 0,'0'0'0,"0"0"0,0 7 0,2 9 15,0 24-15,1 16 16,2 5-16,1 9 15,-1 11 1,3 6-16,-1 1 0,0-1 16,-2 5-1,-1-5-15,-4 3 16,-5-10-16,0-5 16,-1 4-16,2-26 15,2-17-15,0-15 16,-1-11-16,3-10 15,-7 12-15,7-12 16,-38-21-16,-2-9 16,-4-16-1,2-1-15,3 2 16,10 9-16,11 14 16,6 8-16,12 14 15,-11-12-15,11 12 16,0 0-16,0 0 15,0 0-15,-6 15 16,24 28-16,21 5 16,14 1-1,0-19-15,5-23 16,3-7-16,10-29 16,0-9-16,5-18 15,-6-28-15,-9 11 16,-11-1-16,-12-3 15</inkml:trace>
  <inkml:trace contextRef="#ctx0" brushRef="#br0" timeOffset="16633.99">22343 6319 0,'0'0'0,"0"0"0,4 0 16,-4 0-16,0 0 16,2 23-16,2 11 15,5 23-15,1 21 16,5 24-16,-4 17 15,-13 39-15,-2-13 16,-3-7-16</inkml:trace>
  <inkml:trace contextRef="#ctx0" brushRef="#br0" timeOffset="17766.43">22202 6136 0,'0'0'0,"0"0"0,0 0 16,0 0-16,5 0 16,-5 0-16,34 3 15,27 3 1,33 0-16,36-10 16,2-9-16,13-7 15,6-1-15,4-6 16,-2 2-16,-8 2 15,-8 0-15,-9 2 16,-9 4-16,-8 13 16,-8 13-16,-16 12 15,-15 1 1,-10 10-16,-10 3 16,-8 5-16,-8 15 15,-4 12-15,-6 5 16,-13 6-16,-7 7 15,-8 4-15,-7 11 16,0 1-16,-1 8 16,1 2-16,2-10 15,12-19 1,5 17 0,12 9-1,1-7-15,-5-28 16,-7-36-16,-2-12 15,-3-7-15,2 6 16,-1 8-16,-17 6 16,-12-3-16,-17-7 15,-24-6 1,-16 4-16,-35-8 16,-10-2-16,-19-1 15,15-2-15,-11 1 16,4-2-16,23-1 15,-10-1-15,18 8 16,5 10-16,-4 1 16,16-6-16,4 1 15,8-3 1,1 0-16,6-5 16,12-3-16,9-3 15,14-3-15,7-3 16,5-2-16,4-2 15,17 0-15,-32-11 16,13-8-16,0-11 16,2-15-1,8-16-15,7-12 16,5-19-16,7-3 16,2-3-16,6-5 15,0 7-15,3 12 16,-2 7-16,-2 18 15,-5 8-15,-3 15 16,-1 6-16,-3 8 16,-3 6-16,1 4 15,-3 12 1,3-10-16</inkml:trace>
  <inkml:trace contextRef="#ctx0" brushRef="#br0" timeOffset="18383.65">23461 6087 0,'0'0'0,"0"0"0,0 0 15,0 0-15,2 4 16,3 11-16,8 28 15,5 30-15,-6 22 16,-5 20-16,-8 9 16,0 11-16,-6 11 15,-5 5-15,-4 14 16,0-3-16,1-2 16,1-29-1,10 39 1,10-33-1,5-27-15,4-23 16,-5-53-16,1-10 16,-2-9-16,-4-4 15,-5-11-15</inkml:trace>
  <inkml:trace contextRef="#ctx0" brushRef="#br0" timeOffset="18816.77">22349 7158 0,'0'0'0,"0"0"15,0 0-15,11 5 16,14 3 0,34 2-16,30-14 15,21-2-15,21-8 16,13-12-16,15-6 15,13-4-15,-2-3 16,4-4-16,-9 1 16,-2-2-16,-12 3 15,-11 6-15,-21 8 16,-17 9-16,-19 4 16,-19 7-1,-13 4-15,-11 4 16,-40-1-16</inkml:trace>
  <inkml:trace contextRef="#ctx0" brushRef="#br0" timeOffset="19616.54">23039 6431 0,'0'0'0,"1"-3"0,-1 3 0,0 0 16,0 0-16,0 0 15,2-12-15,-2 12 16,0 0-16,0 0 16,0 0-1,0 0-15,0 0 16,0 0-16,0 0 15,0 0-15,0 0 16,0 0-16,7 19 16,21 19-16,15 8 15,11 9-15,1-5 16,-6-8 0,-8-5-16,-3-2 15,-11-9-15,-9-1 0,-11-3 16,-9-1-1,-9-2-15,-21 4 16,-9 4-16,-14-3 16,-2-7-16,3-7 15,2-6-15,8-8 16,11-3-16,11-2 16,6-4-1,7-9-15,11-13 16,17-18-16,23-25 15,16-12-15,6 8 16,-2 12-16,-3 6 16,-3 5-16,-4 5 15,-17 15-15,-11 15 16,-10 10-16,-14 14 16,11-13-1,-11 13-15,0 0 16,0 0-16,-25-1 15,-9 18-15,-7 12 16,4 8-16</inkml:trace>
  <inkml:trace contextRef="#ctx0" brushRef="#br0" timeOffset="20167">24239 6174 0,'0'0'0,"0"0"15,0 0-15,0 0 16,0 0-16,0 0 16,-5 5-16,-4 6 15,-9 8 1,-1 6-16,0 9 15,7-1-15,6-2 16,6-2-16,7 1 16,6-3-16,1-3 15,4 0-15,7 3 16,-1-2-16,-4-6 16,-8-8-16,-12-11 15,-11 33 1,-24 5-16,-12 0 15,-15-3-15,5-11 16,7-9-16,13-6 16,13-8-16,8-10 15,3-14-15,11-16 16,22-21-16,22-4 16,16-14-16,8-6 15,-4 9 1,-5 8-16,-10 11 15,-12 13-15,-12 17 16,-9 8-16,-14 18 16,10-13-16,-10 13 15,0 0-15,-28 3 16,-34 20-16,-20 31 16,-7 8-16</inkml:trace>
  <inkml:trace contextRef="#ctx0" brushRef="#br0" timeOffset="20782.66">22982 7380 0,'0'0'0,"-4"-1"16,4 1-16,-25-3 15,-4 4-15,0 4 16,2 9-1,8 13-15,5 2 16,8 7-16,11-8 16,10-4-16,8 1 15,14 12-15,7 3 16,-11-14-16,2 0 16,-13-11-1,-6-4-15,-16-11 0,10 15 31,-19 0-15,-4 3-16,-6-2 16,19-16-16,-20 7 15,12-19-15,0-22 16,8-30-16,13-19 16,12 1-1,4 8-15,1 8 16,-1 12-16,-9 16 15,-5 12-15,-7 10 16,-8 16-16,0 0 16,-7-9-16,-18 15 15,-19 23-15,-1 10 16,10 6-16,13-7 16</inkml:trace>
  <inkml:trace contextRef="#ctx0" brushRef="#br0" timeOffset="21316.26">24247 7159 0,'0'0'0,"0"0"0,0 0 15,0 0-15,0 0 16,-6 0-16,6 0 16,-41 14-16,3 7 15,-1 8-15,8 2 16,9-4-16,13 3 16,12 3-16,5 0 15,9 0-15,-1-4 16,3-4-1,1 0-15,0 1 32,-3-6-32,-9 3 15,-15-1-15,-15-1 16,-19 14-16,-13-9 16,8 0-16,14-9 15,13-12-15,19-5 16,-21-23-16,22-22 15,26-25 1,22-36-16,1 22 16,-3 4-16,-11 20 15,-10 18-15,-7 13 16,-8 9-16,-8 8 16,-3 12-16,-15-3 15,-42 31-15</inkml:trace>
  <inkml:trace contextRef="#ctx0" brushRef="#br0" timeOffset="21982.73">23057 8830 0,'0'4'0,"0"-4"0,0 12 15,0 8-15,2 6 16,11 6-16,17-2 16,13-12-16,21-20 15,30-33-15,27-37 16,12-24-16,-8-20 15,-13 8 1,-17 11-16,-32 31 16</inkml:trace>
  <inkml:trace contextRef="#ctx0" brushRef="#br0" timeOffset="22183.29">23406 9063 0,'0'0'0,"0"0"0,0 0 15,17-14-15,28-20 16,45-38-16,22-13 16,8-3-16,-7 3 15</inkml:trace>
  <inkml:trace contextRef="#ctx0" brushRef="#br0" timeOffset="22383.8">23485 8559 0,'0'0'0,"0"0"0,1 14 16,5 53-16,7 92 15</inkml:trace>
  <inkml:trace contextRef="#ctx0" brushRef="#br0" timeOffset="60650.41">8514 754 0,'0'0'0,"0"3"0,0-3 0,-9 16 16,-2 7-16,-12 34 16,-3 29-16,-4 21 15,-2 14-15,-1 2 16,-6 32-16,-1-4 15,0 13-15,10-20 16,8-13 0,9-2-16,7-29 15,5-13-15,4-24 16</inkml:trace>
  <inkml:trace contextRef="#ctx0" brushRef="#br0" timeOffset="61282.54">8501 896 0,'0'0'0,"0"0"0,0 0 15,10-5 1,32-10-16,53-13 16,29 0-16,-2 4 15,0 9-15,-6 7 16,-13 3-16,-5 7 16,-7 5-16,-8 6 15,-14 6-15,-7 11 16,-9 12-16,-5 20 15,-3 13-15,-8 12 16,-9 17 0,-5 10-16,-8 8 15,-3-3-15,-6-5 16,0-4-16,-3-15 16,1-13-16,-1-9 15,1-13-15,-2-15 16,-4-7-16,-12-4 15,-7-6-15,-15-3 16,-13-1-16,-25 0 16,-19-5-1,-20-1-15,-10-6 16,-7-5-16,0-2 16,6-4-16,-3-3 15,6-4-15,19-1 16,10 1-16,17 1 15,9-1-15,12 1 16,8 0-16,13 3 16,9-1-1,8 1-15,16 2 16</inkml:trace>
  <inkml:trace contextRef="#ctx0" brushRef="#br0" timeOffset="61966.18">10031 1578 0,'0'0'0,"0"0"0,0 0 16,4 1-1,-4-1-15,46 13 16,6 0-16,9-2 16,6-4-16,5-4 15,2-7-15,5-3 16,-4-1-16,2-1 15,-1 0-15,-7 1 16,0 1 0,-5-1-16,-7 1 15,-6 1-15,-6 1 16,-8 1-16,-11 1 16,-6 1-16,-20 2 15,22-3-15,-22 3 16,0 0-16,0 0 15,0 0-15,0 0 16,-14-15 0,-16 3-16,-5 0 15,6 4-15,3 1 16,8 2-16,18 5 16,-22-6-16,22 6 15,0 0-15,0 0 16,0 0-16,0 0 15,0 0 1,0 0-16,53-2 0,11 8 16,6 5-1,-7 6-15,-2 3 16,-14-1-16,-10 3 16,-14-1-16,-10 5 15,-13 6-15,-23 16 16,-37 23-16,-24 18 15,-14 0-15</inkml:trace>
  <inkml:trace contextRef="#ctx0" brushRef="#br0" timeOffset="62635.31">10961 1391 0,'0'0'0,"0"0"0,0 0 16,0-4-16,0 4 16,0 0-16,20-21 15,14-14-15,10-12 16,1-1 0,-3 3-16,1 2 15,-8 2-15,-7 5 16,-11 3-16,-6 4 15,-8 10-15,-3 0 16,-5 4 0,-8-2-16,-14 6 0,-13 9 15,-10 8 1,-1 13-16,7 8 16,8 4-16,6 8 15,10 3-15,13 0 16,17 2-16,12 3 15,17-4-15,23-4 16,7-8-16,9-11 16,5-11-16,2-13 15,2-16 1</inkml:trace>
  <inkml:trace contextRef="#ctx0" brushRef="#br0" timeOffset="63332.24">12583 1167 0,'0'0'0,"0"0"0,0 2 15,-2 15-15,-4 36 16,-4 39-16,-2 17 16,-3 7-16,-1 0 15,-11 19 1,0-4-16,-3 2 16,3-7-16,6-26 15,11 1 1,6-29-1,15-17-15</inkml:trace>
  <inkml:trace contextRef="#ctx0" brushRef="#br0" timeOffset="63931.99">12699 1133 0,'0'0'0,"0"0"0,0 0 15,9-4-15,29-6 16,50-4 0,28 5-16,-3 1 15,0 4-15,1 1 16,-4 2-16,-9 0 15,-9-1-15,-13 5 16,-11 1-16,-15 3 16,-11 7-16,-6 3 15,-4 14-15,-6 9 16,-8 18 0,-10 11-16,-13 13 15,-4 19-15,-7 3 16,-2 8-16,4-11 15,-1-6-15,5-5 16,8 7 0,7-6-1,1-26-15,1-18 16,-4-24 0,0-6-16,-2-3 15,-9 3-15,-20 3 16,-31 1-16,-33 8 15,-28-4-15,-18-2 16,-16 1-16,-7 0 16,-3 0-16,6 0 15,6 4-15,28-3 16,16-2 0,24-6-16,17-5 15,14-1-15</inkml:trace>
  <inkml:trace contextRef="#ctx0" brushRef="#br0" timeOffset="65449.33">14545 1854 0,'5'0'0,"13"2"16,14 0-16,47-5 15,18-2-15,8-6 16,11-1-16,6-3 16,5-3-1,3-2-15,-1-2 16,-2 0-16,-2 2 15,-10 0-15,-7 3 16,-10 2-16,-11 2 16,-15 2-16,-6 3 15,-14 4-15,-9 1 16,-13 2-16,-10 1 16,-20 0-1,19 0-15,-19 0 16,0 0-16,-19-4 15,-29-5-15,-16-4 16,0 0-16,0 0 16,11 3-16,11 2 15,11 1-15,10 4 16,5 0-16,16 3 16,-18-2-1,18 2-15,0 0 16,0 0-16,0 0 15,0 0-15,14 15 16,27 12-16,11 5 16,-4 0-16,-6-6 15,-13 0-15,-11 0 16,-10-2-16,-11 3 16,-15 6-16,-20 7 15,-4-1-15,-1-8 16,11-10-1</inkml:trace>
  <inkml:trace contextRef="#ctx0" brushRef="#br0" timeOffset="65715.67">17013 682 0,'0'4'0,"0"6"0,0-10 0,2 19 0,2 41 15,-3 32-15,-8 21 16,-7 8-16,-6-3 16,-9 5-16,-8 10 15,-9 15 1,-4 6-16,-5 10 15,6-17-15</inkml:trace>
  <inkml:trace contextRef="#ctx0" brushRef="#br0" timeOffset="66317.03">16801 782 0,'0'0'0,"0"0"15,6-1-15,33-5 16,65-12-1,43-8-15,-10 3 16,-6 1-16,-17 3 16,-17 2-16,-9 5 15,-18 9-15,-7 5 16,-9 7-16,-6 10 16,-5 13-16,-5 18 15,-7 18-15,-12 22 16,-8 17-16,-11 19 15,-11 2 1,-5-10-16,-2 2 16,1-17-16,-2-9 15,3-14-15,2-7 16,4-12-16,5-8 31,3-15-31,1-15 16,-1-4-16,0-3 15,-12 2 1,-30 1-16,-29 4 16,-37-4-16,-23-3 15,-2 2-15,-21 2 16,9-2-16,9 1 16,15 8-16,20 7 15,18-5-15</inkml:trace>
  <inkml:trace contextRef="#ctx0" brushRef="#br0" timeOffset="79365.42">14289 1080 0,'0'0'0,"0"0"0,0 0 0,0 0 15,0 0 1,0 0-16,1 3 15,-1-3-15,0 0 16,10 18-16,-3-5 16,3 7-16,4 7 15,3 12-15,-3 9 16,-2 2 0,1-2-16,-2-8 15,1-7-15,8-9 16,5-11-16,15-9 15,19-15-15,25-22 16,10-15-16,7-10 16,2-5-16,0-8 15,6-4-15,-13 1 16,6-2-16,-15 10 16,-7 5-1,-9 7-15,-11 10 16,-18 14-16,-11 8 15,-13 11-15,-18 11 16,16-9-16,-16 9 16,0 0-16</inkml:trace>
  <inkml:trace contextRef="#ctx0" brushRef="#br0" timeOffset="82932.31">13762 853 0,'-2'-3'15,"2"3"-15,-12-14 0,-5-2 16,-6-3-16,-9-3 15,-10-4 1,-9-2-16,-11-5 16,1 5-16,-6 2 15,-7 7-15,-3 3 16,-4 4-16,1 6 16,1 4-16,-3 5 15,3 8-15,0 8 16,4 8-16,-2 14 15,3 5 1,4 3-16,2 5 16,-3 13-16,0 12 15,5 8-15,7 12 16,12 4-16,1 8 16,5 3-16,7 2 15,11 1-15,13-4 16,13 4-16,9-8 15,12 8 1,4-4-16,4-10 16,9 7-16,7-12 15,16 2-15,3-8 16,1-14-16,13-1 16,9-8-16,19-14 15,13-2-15,-10-20 16,24-16-16,-10-8 15,14-22 1,3-19-16,-9-5 16,8-22-16,-11-2 15,-2-9-15,-8-11 16,-8-10-16,-7-10 16,-10-3-16,-16-2 15,-13-4-15,-13-3 16,-8-4-16,-13-2 15,-16 3 1,-18 0-16,-16 3 16,-16 1-16,-16 5 15,-24 12-15,-10 8 16,-18 4-16,-16-2 16,4 12-16,-24 4 15,14 18-15,-6 7 16,0 4-16,11 6 15,5 7-15,10 5 16,1 8 0,14 8-16,9 3 15,12 3-15,14 4 16,12 1-16,13 3 16,11-2-16,17-6 15</inkml:trace>
  <inkml:trace contextRef="#ctx0" brushRef="#br0" timeOffset="86332.37">12083 820 0,'0'0'0,"0"0"0,0 0 15,-1-4 1,1 4-16,-8-22 16,1 1-16,-3-9 15,0-5-15,-4-4 16,-2-4-16,-8-2 15,-4 0-15,-6-1 16,-7-8-16,-4 3 16,-7 2-16,-8 5 15,-6 8-15,-11 2 16,-2 5 0,-4 4-16,0 4 15,0 3-15,-5 1 16,-4 1-16,-1 3 15,1 6-15,5 7 16,8 7-16,3 4 16,11 2-16,8 1 15,11 2 1,5 2-16,6-1 0,4 2 16,2 3-1,6-1-15,4 6 16,3 3-16,6-9 15</inkml:trace>
  <inkml:trace contextRef="#ctx0" brushRef="#br0" timeOffset="92282.17">4170 844 0,'0'0'0,"0"0"0,7 0 16,-7 0-16,41 2 15,-12 5-15,0 4 16,-4 9-16,-5 4 15,-8 10-15,-12 17 16,-11 4-16,-8 2 16,-4-9-1,2-15-15,5-10 16,2-7-16,5-6 16,9-10-16,0 0 15,0 0-15,0 0 16,11-20-16,29-26 15,21-23-15,8-6 16,-10 8 0,3-2-16,-13 13 15,-12 14-15,-9 12 16,-11 12-16,-17 18 16,0 0-16,0 0 15,5 43-15,-19 51 16,-15 17-16,4-18 15,2-8-15,6-22 16,4-9-16,22-7 31,24-15-15,30-15-16,27-31 16</inkml:trace>
  <inkml:trace contextRef="#ctx0" brushRef="#br0" timeOffset="97115.37">2770 919 0,'0'0'0,"0"0"15,0 0-15,-5-2 16,5 2-16,0 0 16,0 0-16,0 0 15,0 0-15,-17-8 16,17 8-16,0 0 16,0 0-16,0 0 15,0 0-15,-5 14 16,8 19-1,8 20-15,5 2 16,4 1-16,2 0 16,1-3-16,3 1 15,1-3-15,1-11 16,-3-7-16,-5-11 16,-4-7-16,-16-15 15,25 14-15,-25-14 16,33-10-1,-10-10-15,1-10 16,-3-6-16,-5 1 16,-2 2-16,-5 7 15,-1 4-15,-4 6 16,-1 5-16,-3 11 16,3-12-16,-3 12 15,0 0-15,10 10 16,7 21-1,5 26-15,0 3 16,-3-4-16,-4-9 16,-4-12-16,-3-8 15,-1-9-15,-2-7 16,-5-11-16,13 11 16,2-20-16,12-25 15,9-27-15,0-25 16,0-13-16,-4-6 15,-1-3 1,-2 15-16,-4 9 16,3-8-16</inkml:trace>
  <inkml:trace contextRef="#ctx0" brushRef="#br0" timeOffset="102365.4">1255 891 0,'0'0'0,"0"0"0,0 0 0,0 0 16,0 0-16,2 3 16,-2-3-16,3 14 15,3 8-15,1 9 16,1 10-16,2-1 16,4-5-16,7-7 15,6-5 1,8-6-16,10-14 15,6-15-15,10-23 16,0-9-16,-7-1 16,-14 8-16,-12 11 15,-10 7-15,-7 9 16,-11 10 0,10-11-16,-10 11 15,0 0-15,22 36 16,-6 23-16,-5 24 15,-6 23-15,-4 4 16,-5 15-16,-2-4 16,-4-1-16,-1 8 15,-4-6-15,-1-6 16,2-3-16,-3-8 16,0-12-1,-6-11-15,-3-14 16,-3-9-16,-1-3 15,1-13-15,-3-18 16,-3-13-16,-2-19 16,3-14-16,3-14 15,6-29-15,11-25 16,12-15-16,18-12 16,11 6-1,14 2-15,4 11 16,4 8-16,2 15 15,-1 11-15,-3 8 16,-8 16-16,1 7 16</inkml:trace>
  <inkml:trace contextRef="#ctx0" brushRef="#br0" timeOffset="102632.26">2215 1333 0,'0'0'0,"7"-5"0,-7 5 0,0 0 0,43-22 16,1 2-16,4 2 15,-4 3-15,-6 8 16,-5 1-16,-8 4 16,-7 0-16,-2 2 15</inkml:trace>
  <inkml:trace contextRef="#ctx0" brushRef="#br0" timeOffset="102815.12">2167 1811 0,'0'0'0,"0"0"15,0 0-15,0 0 16,18-4-16,21-7 16,28-6-16,10-2 15,14-3 1</inkml:trace>
  <inkml:trace contextRef="#ctx0" brushRef="#br0" timeOffset="110647.94">1060 3837 0,'0'0'0,"0"0"0,0 0 0,0 0 16,0 0-16,0 5 15,1 10-15,1 28 16,2 25-16,3 6 16,7 5-16,3 3 15,3 3-15,1-8 16,-4-13-16,0-5 16,-1-3-1,0-6-15,-1-6 16,-3-13-16,-4-10 15,4-8-15,-12-13 16,25 7-16,-4-16 16,7-13-16,6-16 15,2-18-15,-4-10 16,-7-9 0,-5 2-16,-5 9 0,-6 19 15,-3 16 1,-2 12-16,-3 6 15,-1 11-15,1-10 16,-1 10-16,0 0 16,0 0-16,17 41 15,2 20-15,-1 9 16,0-1-16,-1-4 16,4-1-16,9-10 15,1-12-15,-3-12 16,-2-15-1,0-13-15,-1-15 16,5-17-16,11-24 16,0-20-16,-1-27 15,-3-15-15,-9-5 16,-3-1-16,-6 16 16,-3 9-16,-5 23 15,-7 21-15,0 22 16,-3 12-1,1 6-15,-2 13 16,0-11-16,0 11 16,0 0-16,10-17 15</inkml:trace>
  <inkml:trace contextRef="#ctx0" brushRef="#br0" timeOffset="110964.89">2188 3029 0,'0'0'0,"0"0"16,5-1-16,20-5 16,36-9-16,23-5 15,-4 0-15,-1 0 16,-3 2-16,-6 2 16,-9 1-16,-9 3 15,-11 3 1,-3-1-16,-6 3 15,-5 0-15,-7 4 16</inkml:trace>
  <inkml:trace contextRef="#ctx0" brushRef="#br0" timeOffset="111198.78">2679 3033 0,'0'0'0,"0"0"15,0 0-15,-4 11 16,-3 9-16,-4 17 16,3 14-16,3 5 15,3 8-15,1 1 16,1-3-16,2 1 16,5-3-16,4 2 15,3-1 1,2-9-16</inkml:trace>
  <inkml:trace contextRef="#ctx0" brushRef="#br0" timeOffset="113433.17">12062 129 0,'0'0'0,"-7"-7"15,-9-3-15,-30-12 16,-28-1-16,-19 5 16,-10 6-16,-5 11 15,-11 9-15,-4 12 16,-12 14-1,8 9-15,0 15 16,14 16-16,11 9 16,8 22-16,5 20 15,7 21-15,5 20 16,16 7-16,14 7 16,11 5-16,14-5 15,8 9-15,5-14 16,6-1-16,8-4 15,5-4 1,4-10-16,7-8 16,5-13-16,14-19 15,13-16-15,9-18 16,21-23-16,3-16 16,30-26-16,23-35 15,25-38-15,15-34 16,12-16-16,-4-27 15,-5-11-15,-13-9 16,-14-7 0,-11-2-16,-11-6 15,-17 6-15,-21-1 16,-27 5-16,-24 15 16,-27 9-16,-26-5 15,-20 4-15,-26 3 16,-24-1-16,-15 10 15,-12 15 1,-20 10-16,0 14 16,-18 10-16,3 19 15,-8 8-15,10 17 16,5 14-16,8 8 16,8 13-16,8 6 15</inkml:trace>
  <inkml:trace contextRef="#ctx0" brushRef="#br0" timeOffset="116382.68">2996 3958 0,'0'0'0,"0"0"0,0 0 15,2 2-15,0 11 16,4 14-16,0 23 16,-4 19-16,-4 7 15,-2 5 1,-2 2-16,2-10 0,1-4 16,1-9-1,2-9-15,5-7 16,4-14-16,2-8 15,2-10-15,8-12 16,10-12-16,10-22 16,9-13-16,-6-10 15,-10 8-15,-9 7 16,-11 12-16,-5 10 16,-3 6-1,-6 14-15,5-14 16,-5 14-16,0 0 15,0 0-15,0 0 16,-2 11-16,-6 36 16,-7 42-16,-7 31 15,-1 16-15,-3 13 16,-1 6 0,1-4-16,0 0 15,3-14-15,-2 24 31,0-6-31,5-35 16,6-29-16,6-42 16,1-21-16,1-9 15,2-9-15,4-10 16,0 0-16,0 0 16,-33-35-1,8-28-15,-6-27 16,6 0-16,4 6 15,2 0-15,5 10 16,3-5-16,8 3 16,5 5-16,4 15 15,2 9-15,5 5 16,10 1-16,8-1 16,8-1-1,15-1-15,16-9 16,15-6-16,21-10 15,-4-2-15,11-7 16,2-21-16,-16 3 16,-6-4-16,-17 13 15,-21 17-15</inkml:trace>
  <inkml:trace contextRef="#ctx0" brushRef="#br0" timeOffset="119798.67">389 4356 0,'-25'-38'0,"25"38"0,0 0 0,0 0 0,0 0 0,0 0 0,0 0 0,0 0 0,0 0 0,0 0 0,15-9 0,-15 9 0,12 22 0,30 55 0,-28-30 0,-9-2 0,-3 1 0,-2-1 0,-1-8 0,-1-7 0,0-10 0,0-5 0,2-15 0,-1 10 15,1-10-15,0 0 16,0-29-1,3-16-15,0-10 16,1-3-16,-2 6 16,0 7-16,1 10 15,-2 14-15,-1 7 16,0 14-16,0-11 16,0 11-16,0 0 15,-18 40-15,0 11 16,16 11-16,1-7 15,5-2-15,7-5 16,6-6 0,2-11-16,-2-8 15,-2-9-15,-15-14 32,42-10-32</inkml:trace>
  <inkml:trace contextRef="#ctx0" brushRef="#br0" timeOffset="120147.61">426 3638 0,'0'0'0,"0"0"0,0 0 16,8 5-16,7 6 15,10 10 1,10 7-16,-2 0 16,-2 0-16,-3 0 15,3 5-15</inkml:trace>
  <inkml:trace contextRef="#ctx0" brushRef="#br0" timeOffset="120447.88">881 4546 0,'0'0'0,"0"0"0,0 0 0,0 0 0,0 0 15,0 0-15,0 0 16,12 0-16,7 0 16,12-2-16,10-4 15,-8-2-15,-10 0 16</inkml:trace>
  <inkml:trace contextRef="#ctx0" brushRef="#br0" timeOffset="120581.71">909 4888 0,'0'0'0,"0"0"16,0 0-16,0 0 15,0 0-15,13-2 16,27-4-16,29-10 15</inkml:trace>
  <inkml:trace contextRef="#ctx0" brushRef="#br0" timeOffset="159331.12">2098 6565 0,'5'-3'0,"19"-17"0,12-8 0,37-25 16,6 7-16,-18 14 15,-12 9-15,-11 6 16,-9 9-16,-4 7 16,0 3-1,0 6-15,9 4 16,6 2-16,10 4 16,22 4-16,20-23 15,7-15-15</inkml:trace>
  <inkml:trace contextRef="#ctx0" brushRef="#br0" timeOffset="172147.08">21923 9312 0,'0'0'0,"0"0"0,0 0 16,8 5-16,-8-5 15,37 15 1,-4-6-16,18-10 16,16-11-16,12-20 15,13-16-15,12-24 16,8-29-16</inkml:trace>
  <inkml:trace contextRef="#ctx0" brushRef="#br0" timeOffset="172415.86">22439 9446 0,'0'0'0,"8"-2"0,-8 2 0,20-5 0,53-27 16,65-41-16,33-35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31T11:32:49.42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11432 3292 0,'0'0'0,"-1"6"0,-3 8 0,-9 31 16,-12 38-16,1 16 15,5 8-15,11-4 16,2 0-16,6-11 15,6-3-15,0-9 16,4-4-16,3-1 16,2-5-16,0-9 15,0-11-15,-3-7 16</inkml:trace>
  <inkml:trace contextRef="#ctx0" brushRef="#br0" timeOffset="566.57">11163 3335 0,'0'0'0,"0"0"0,0 0 0,0 0 15,0 0-15,0 0 16,0 0-16,6-2 15,25-3-15,35-7 16,17 3-16,8 1 16,4 7-16,-2 5 15,0 10 1,-8 9-16,-9 5 0,-9 5 16,-8 3-1,-7 9-15,-12 4 16,-4 6-16,-11 6 15,-10-4-15,-7 1 16,-16 2-16,-12 2 16,-21 8-16,-12-1 15,-23 5-15,-12-5 16,-5-8 0,7-11-16,7-11 15,3-6-15,3-7 16,-14-2-16,-14-5 15,-11-7-15,4-10 16</inkml:trace>
  <inkml:trace contextRef="#ctx0" brushRef="#br0" timeOffset="2017.63">12448 3069 0,'0'0'0,"0"0"0,0 0 15,0 0-15,0 4 16,0-4-16,6 17 16,-1-1-16,4 9 15,4 11-15,6 9 16,2 3 0,-1 3-16,2 1 15,1 2-15,6 13 16</inkml:trace>
  <inkml:trace contextRef="#ctx0" brushRef="#br0" timeOffset="3283.13">12827 4197 0,'0'0'0,"0"0"0,-3-2 0,3 2 16,0 0-16,0 0 16,-15-7-16,-3 4 15,-23 2-15,-25 8 16,2 6-16,10 1 16,8 3-16,-1 7 15,-2 11 1,-4 10-16,6 4 15,11 2-15,10 2 16,11 1-16,13-4 16,15 3-16,17-9 15,34-6-15,43-15 16,41-31-16,13-21 16,9-10-16</inkml:trace>
  <inkml:trace contextRef="#ctx0" brushRef="#br0" timeOffset="4216.12">13413 3848 0,'0'0'0,"0"0"0,0 0 0,0 0 16,0 0-16,0 0 16,0 0-16,0 0 15,0 0-15,14 0 16,21 4-16,35-1 16,15-1-16,9-3 15,2-1-15,4-2 16,1 0-1,1-1-15,5-1 16,5-3-16,4 2 16,1-1-16,6 1 15,-1-1-15,-5-3 16,-3 0-16,-8 0 16,-1 1-16,-5 0 15,-5 0-15,-6 0 16,-8 1-16,-5-1 15,-8 3 1,-8-2-16,-9 3 16,-13 1-16,-11 1 15,-6 1-15</inkml:trace>
  <inkml:trace contextRef="#ctx0" brushRef="#br0" timeOffset="4700.45">15190 3289 0,'0'0'0,"0"0"0,0 0 16,0 0 0,7 7-16,7 13 15,18 12-15,18 2 16,6-1-16,4 0 16,0-4-16,-2-1 15,2-2-15,4-1 16,-2 0-16,1-4 15,-5 0 1,-6-2-16,-7-3 16,-7 0-16,-7 7 15,-9 6-15,-7 1 16,-14 12-16,-17 15 16,-34 23-16,-51 22 15,-41 6-15,-32 2 16,3-7-16,2-10 15,30-14 1,12-11-16</inkml:trace>
  <inkml:trace contextRef="#ctx0" brushRef="#br0" timeOffset="5282.66">16965 3294 0,'0'0'0,"0"0"0,0 0 15,0 0-15,-2 9 16,0 16-16,-2 25 15,-3 23 1,-2 15-16,2 8 16,-2 13-16,-1 11 15,0 4-15,0 1 16,-1-6-16,4-14 16,-2-6-16,3-22 15</inkml:trace>
  <inkml:trace contextRef="#ctx0" brushRef="#br0" timeOffset="5949.58">17105 3186 0,'0'0'0,"0"0"0,0 0 16,0 0-16,0 0 15,5 0-15,10 2 16,40 5-16,61 4 16,32-3-16,6-6 15,6-4-15,2 0 16,-10-2-16,-8 0 15,-12 0 1,-29 1-16,-5 1 16,-20 2-16,-6 6 15,-8 13-15,-8 12 16,-9 12-16,-7 19 16,-3 7-16,-10 9 15,-9 11-15,-6 0 16,-6-2-16,-6-7 15,0-5-15,-3-10 16,-1-5 0,1-8-16,0-7 15,1-6-15,1-4 16,1-3-16,1-3 16,-1 2-16,0 0 15,-9 7-15,-19 3 16,-19 7-16,-28 0 15,-33 0 1,-32-3-16,-17-8 16,-15 2-16,-1-5 15,15-5-15,13-6 16,23-4-16,22-6 16,19-4-16,26-4 15,17-4-15,15-1 16,2-3-16,-11-9 15,-19-16-15,-6-8 16,15 6 0</inkml:trace>
  <inkml:trace contextRef="#ctx0" brushRef="#br0" timeOffset="6782.74">17476 3867 0,'0'0'0,"0"0"0,0 0 0,0 0 15,0 0-15,1 6 16,4 7-16,5 18 16,9 26-1,-1 10-15,-5 5 16,-6 8-16,-5-9 16,-4-7-16,-10-18 15</inkml:trace>
  <inkml:trace contextRef="#ctx0" brushRef="#br0" timeOffset="7099.3">17445 3855 0,'0'0'0,"0"0"15,0-3-15,0 3 16,13-19-16,11 1 15,29 0-15,16 4 16,3 12 0,2 9-16,-2 7 15,-11 8-15,-9 2 16,-14 7-16,-13 4 16,-18 6-16,-18 7 15,-27 14-15,-30 10 16,-7 5-16,-13-2 15,0-12-15,12-9 16,12-15-16,10-9 16,19-14-16,16-17 15</inkml:trace>
  <inkml:trace contextRef="#ctx0" brushRef="#br0" timeOffset="7500.02">18006 3965 0,'0'0'0,"4"7"0,2 4 0,12 23 16,9 16-16,1 11 16,-8 12-16,-11 0 15,-5-6-15,-4-20 16,-5-16-1,3-19 1,2-12-16,0 0 16,5-27-1,6-23-15,10-25 16,9-15-16,1 5 16,0 6-16,-1 14 15,-5 18-15,-5 14 16,-2 10-16,-4 11 15,-14 12-15,32-7 16,-7 17-16,11 22 16,5 16-16,-5 16 15,-13 5-15,-6-2 16,-6-8 0,-4-16-16</inkml:trace>
  <inkml:trace contextRef="#ctx0" brushRef="#br0" timeOffset="7682.42">18214 4158 0,'0'0'0,"9"-7"16,-9 7-16,45-22 15,3 8-15,15-5 16</inkml:trace>
  <inkml:trace contextRef="#ctx0" brushRef="#br0" timeOffset="8165.45">18691 3869 0,'-5'2'0,"5"-2"0,0 0 0,-18 8 0,-3 0 16,4 4-16,5 2 15,6 1-15,7-2 16,6-2-16,14 2 15,9-2-15,14-4 16,-1-2-16,-7-5 16,-9 0-16,-11 0 15,-16 0 1,17 2-16,-17-2 16,0 24-16,-12 8 15,-14 15-15,-3-1 16,0-1-16,-2-6 15,1 2-15,3-5 16,9-14-16,7-7 16,11-15-16,0 0 15,20 11-15,19-16 16,35-16 0,12 0-16,-1-4 15,-1 4-15,-10 13 16,5-6-16</inkml:trace>
  <inkml:trace contextRef="#ctx0" brushRef="#br0" timeOffset="8816.02">19578 3889 0,'0'0'0,"0"0"0,0 0 0,0 0 0,0 0 15,-3 2-15,3-2 16,21 19-16,38-8 15,32 6-15,21-24 16,1 2-16,9-26 16,-18-2-16,-11 2 15,-15 0-15,-17 8 16,-6 3 0,-9 2-16,-7 4 15,-9 1-15,-10 5 16,-20 8-16,22-5 15,-22 5-15,0 0 16,0 0-16,-36 7 16,-38 7-16,-1-5 15,16-5-15,14-4 16,19 0 0,7 0-16,19 0 15,-22-5-15,22 5 16,0 0-16,0 0 15,0 0-15,-7-10 16,7 10-16,49-10 16,13 18-16,6 7 15,-12 1-15,-8 3 16,-7-6 0,-13-3-16,-8 6 15,-16 7-15,-11-3 16,-30 31-16,-43 12 31</inkml:trace>
  <inkml:trace contextRef="#ctx0" brushRef="#br0" timeOffset="9115.08">21271 3518 0,'0'0'0,"0"0"0,0 0 15,2 12-15,6 23 16,6 34-16,0 15 15,-6 13-15,-9 3 16,-9 1-16,-5-11 16,1-18-16,0-8 15,2-19-15</inkml:trace>
  <inkml:trace contextRef="#ctx0" brushRef="#br0" timeOffset="9485.16">21020 3476 0,'0'0'0,"0"-5"0,0 5 16,3-11-16,-3 11 15,4-17-15,-4 17 16,15-18-16,22 8 16,33 3-16,38 12 15,6 21-15,-1 10 16,4 16-16,-8 17 16,-12 2-1,-15 13-15,-31-2 16,-30 2-16,-29 5 15,-35-2-15,-46 9 16,-31-9-16,-42-1 16,-5-5-16,4-23 15,18-13-15</inkml:trace>
  <inkml:trace contextRef="#ctx0" brushRef="#br0" timeOffset="11799.44">13248 4484 0,'0'0'0,"-10"2"0,10-2 15,-43 19-15,7 0 16,3 3-16,3 2 16,2 9-16,1 7 15,4-1-15,7-5 16,6-7-16,9-5 16,14-12-1,31-13 1,39-29-1,-2-20-15,-22 3 16,-14-14-16,-12-2 16,-14 13-16,-15 12 15,-8 2-15,-3 9 16,-4-1-16,-2 9 16,1 5-16,1 3 15,11 13-15,-14-15 16,14 15-1,0 0-15,0 0 16,4-14-16,20 4 16,22 8-16,13 3 15,0 10-15,-6 10 16,-6 9-16,-8 5 16,-9 1-16,-8 3 15,-3 1-15,-2 9 16,-3-1-16,-3-9 15,-7-9 1,-1-12-16,-3-7 16,0-11-16,-3 16 15,3-16-15,0 0 16,0 0-16,-10-12 16,10-27-16,20-35 15,8 0-15,10-3 16,0 9-16,-4 16 15,7 7 1,-3 13-16,0 11 16,-3 9-16,-5 9 15,0 13-15,0 8 16,1 18-16,-3 16 16,-5 10-16,-2 9 15,-3-2-15,-1-11 16,-4-10-16,-3-18 15,-6-11 1</inkml:trace>
  <inkml:trace contextRef="#ctx0" brushRef="#br0" timeOffset="11983.73">14169 4493 0,'3'-2'16,"11"-19"-16,17-17 0,49-55 15,12-3-15,-4 7 0,-3 4 16,-13 13 0,-14 14-16,-16 19 15,-11 18-15,-7 9 16</inkml:trace>
  <inkml:trace contextRef="#ctx0" brushRef="#br0" timeOffset="12950.78">22529 4187 0,'0'0'0,"0"0"0,0-3 16,0 3-16,0 0 16,0 0-16,-27 1 15,-17 30-15,-19 17 16,-4 21-1,7-15-15,11-9 0,-2 2 16,0 0 0,5 11-16,21-5 15,13-15-15,12-3 16,22 4-16,21 4 16,20-11-16,17-7 15,-6-11-15,-1-14 16,-2-5-16,-17-4 15,0-3-15,-5-6 16,1-7 0</inkml:trace>
  <inkml:trace contextRef="#ctx0" brushRef="#br0" timeOffset="13265.85">22985 4285 0,'0'0'0,"0"3"15,0-3-15,1 19 16,1 5 0,2 1-16,0 9 15,1 4-15,-5 15 16,-9 5-16,-7 6 16,-3-5-16,0-9 15,-1-6-15,0-8 16,3-7-16,4-7 15,6-6-15,2-4 16,5-12 0,11 17-16,10-10 15,10 1-15,5-3 16,10-1-16,5-4 16,2-5-16</inkml:trace>
  <inkml:trace contextRef="#ctx0" brushRef="#br0" timeOffset="14299.73">23395 4684 0,'0'0'0,"0"2"16,0-2-16,0 13 15,4 1-15,1 2 16,5-1-16,10-2 15,3-4-15,1-5 16,6-20-16,-3-14 16,4-9-1,-7 0-15,-9 3 16,-5 2-16,-5 0 16,-7-3-16,-7 7 15,-10 8-15,-16 10 16,-17 15-16,-7 11 15,7 16-15,8 13 16,7 9-16,3 11 16,8-4-1,12-7-15,9-2 16,10-3-16,6-3 16,9-1-16,11-14 15,20-5-15,12-9 16,-6-12-16,5-3 15,-9-5-15,-5-2 16,-6-2-16,0-13 16,1-24-1,4-12-15,-1-5 16,-21 18-16,-3 4 16,-9 6-16,-10 5 15,-2 8-15,-1 22 16,0 0-16,0 0 15,0 0-15,-29 29 16,9 10 0,2 1-16,3-3 15,7-7-15,4-10 16,4-5-16,0-15 16,7 15-16,-7-15 15,21 9-15,-4-13 16,8-5-16,0-2 15,-4-3-15,-3 5 16,-18 9 0,18-7-16,-6 18 15,3 11-15,0 5 16,-3-1-16,-4-7 16,-3-7-16,-5-12 15,0 0-15,32 1 16,-4-17-16,8-13 15,1-8-15,-10 8 16,0 2-16,-9 9 16,-18 18-1,24-12-15,-8 27 16,0 13-16,2 10 16,-6-2-16,-6-6 15,-3-10-15,-1-6 16,-2-14-16,0 0 15,0 0-15,20-7 16,11-18-16,-5 5 16,-9 6-1,-17 14-15,27 7 16,-4 26-16,-1 15 16,3 2-16,-13-24 15,8-12-15,30-16 16,51-19-16,411-63 15</inkml:trace>
  <inkml:trace contextRef="#ctx0" brushRef="#br0" timeOffset="25565.73">21299 5331 0,'0'0'0,"0"0"0,0 0 0,1 2 16,-1-2-1,20 23-15,21 1 16,31-13-16,25 1 15,25-9-15,25 2 16,11-6-16,17-1 16,0-7-16,-18-4 15,8 2-15,-21 0 16,8 1-16,-10 0 16,-4 2-16,-10 7 15,-11 6-15,-7 5 16,-17-1-1,-13-1-15,-10-2 16,-16 1-16</inkml:trace>
  <inkml:trace contextRef="#ctx0" brushRef="#br0" timeOffset="26483.09">13000 5335 0,'0'0'0,"0"0"16,0 0-16,0 0 16,18-2-16,27-5 15,39-6-15,27-4 16,21-3-1,12 0-15,10-2 16,2-3-16,-11 2 16,11-1-16,-20 3 15,0 0-15</inkml:trace>
  <inkml:trace contextRef="#ctx0" brushRef="#br0" timeOffset="169997.38">13662 2404 0,'0'0'0,"0"0"0,0 0 15,0 0-15,3 1 16,15 2-16,30 4 15,40-1 1,17-10-16,15-8 16,7-4-16,3-1 15,8-1-15,-2 1 16,-1 0-16,3 2 16,-1 2-16,-2 10 15,3 5-15,1 4 16,-1 4-16,-1-1 15,-6 2-15,-13-2 16,-5 0 0,-11-1-16,-4 0 15,-6 0-15,-6-1 16,-3-1-16,-3 0 16,-7 0-16,-8-2 15,-7 0-15,-8 0 16,-7-1-16,-6-1 15,-7 0-15,-6-1 16,-7 0 0,-17-1-16,20 2 15,-20-2-15,0 0 16,0 0-16,0 0 16,0 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31T12:35:42.00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13348 10850 0,'4'1'0,"-4"-1"16,31 19-16,-1 28 15,-3 38-15,-8-2 16,-16-3-16,-6 35 16,-5-10-1</inkml:trace>
  <inkml:trace contextRef="#ctx0" brushRef="#br0" timeOffset="415.96">13786 11077 0,'4'-2'0,"6"-11"0,7-5 16,14-15-16,-4 6 15,-9 11-15,-4 4 16,-14 12-16,15-5 16,-15 5-1,12 26-15,-12 20 16,-10 19-16,-14 21 16,-7 7-16,-1-7 15,2-8-15,2-1 16,7-9-16,9-7 15,6-18-15,6-18 16,2-11-16,-2-14 16,34-2-1,22-17-15,14-10 16,-16-1-16,-9-1 16,-13 2-16</inkml:trace>
  <inkml:trace contextRef="#ctx0" brushRef="#br0" timeOffset="1313.21">15055 11237 0,'0'0'0,"6"-5"0,-6 5 15,25-14-15,-2 3 16,9 0-16,7 9 15,1 7-15,-4 11 16,-10 9-16,-10 15 16,-4 10-16,-8-1 15,-11 8 1,1-9-16,-4 5 16,1-2-16,3-15 15,3-9-15,2-13 16,1-14-16,0 0 15,24-12-15,14-23 16,-2-10-16,5-13 16,3-16-1,-6 1-15,2-6 16,-4 12-16,-9 10 16,-4 13-16,-12 14 15,-4 10-15,-7 20 16,1-11-16,-1 11 15,-24 48-15,-21 51 16,3 2-16,3-6 16,9-2-16,13-14 15,7-16 1,10-21-16,3-22 16,-3-20-1,62-9 1</inkml:trace>
  <inkml:trace contextRef="#ctx0" brushRef="#br0" timeOffset="2214.09">13228 11123 0,'0'0'0,"0"0"16,0-3-16,0 3 15,24-24-15,4 4 16,15 0-16,13 9 16,3 12-16,-3 13 15,-6 15-15,-8 18 16,-7 26 0,-18 17-16,-7 22 15,-34 56 1,-9-2-1,-8-17-15,-1-41 16,21-59-16,6-21 16,4-13-16,11-15 15,0 0-15,0 0 16,-14-45 0,34-43-16,12-36 15,9 0-15,5-3 16,5 0-16,3 11 15,-3 14-15,-8 18 16,-12 22-16,-12 23 16,-4 6-16,-7 13 15,-4 10 1,-4 10-16,0 0 16,0 0-16,0 0 15,-18 11-15,-20 51 16,-17 44-16,5 3 15,15-4-15,17-10 16,15-14-16,13-12 16,10-14-16,7-8 15,9-13 1,9-16-16,6-17 16,8-7-16,5-10 15,-2-6-15,-9-2 16,-9 2-16,-1 2 15</inkml:trace>
  <inkml:trace contextRef="#ctx0" brushRef="#br0" timeOffset="2530.59">14317 11517 0,'4'0'0,"-4"0"0,0 0 0,21-2 0,8 0 16,6-1-16,10-2 15,8-1-15,-7 1 16,-7 4 0</inkml:trace>
  <inkml:trace contextRef="#ctx0" brushRef="#br0" timeOffset="4580.12">15121 10571 0,'0'0'0,"0"0"0,0 2 16,0-2-16,-2 23 15,-2 7 1,-1 8-16,-2 1 15,-3-2-15,-5-1 16,3-8-16,1-5 16,4-9-16,7-14 15,-11 11-15,11-11 16,0 0-16,-5-24 16,9-14-1,12-22-15,8-8 16,3 3-16,1 13 15,-1 16-15,-3 11 16,-4 8-16,-3 9 16,1 8-16,3 6 15,-3 12-15,6 10 16,-3 17-16,-3 7 16,-1 4-16,-7-7 15</inkml:trace>
  <inkml:trace contextRef="#ctx0" brushRef="#br0" timeOffset="4863.01">16053 10573 0,'0'0'0,"0"0"16,0 2-16,0-2 16,0 0-16,0 0 15,6 33-15,28 25 16,13 26-16,7 9 16,-7-12-16,-7-3 15,-15 5-15,-13 14 16,-27 90 15,-13 11-31,-13-26 16</inkml:trace>
  <inkml:trace contextRef="#ctx0" brushRef="#br0" timeOffset="5630.06">12917 10527 0,'0'0'0,"0"0"0,0 0 15,0 7-15,-7 30 16,-4 43-16,-8 32 16,-2 3-16,0 11 15,5 14-15,22 4 16,25 8-16,9 2 15,18 6 1,16-11-16</inkml:trace>
  <inkml:trace contextRef="#ctx0" brushRef="#br0" timeOffset="6196.66">16448 9951 0,'0'0'0,"0"-3"0,0 3 16,0-10-16,0 10 15,0 0-15,0 0 16,11-13 0,12 15-16,12 12 15,3 11-15,-2 7 16,-10 4-16,-14 36 31,-10 19-31,-6 1 16,-1-22-16,2-38 15,2-13-15,5-7 16,21-3 0,31-9-16,23-7 15,3-25-15,-5-5 16,1-4-16,-5-1 16,-17 12-16,-11 4 15,-5 13-15</inkml:trace>
  <inkml:trace contextRef="#ctx0" brushRef="#br0" timeOffset="10529.83">17265 11121 0,'0'0'0,"7"-1"0,-7 1 0,52-11 15,12-1 1,5 0-16,9-2 15,6-1-15,0-3 16,5 0-16,-4 1 16,-1 0-16,-9 3 15,-9 2-15,-11 2 16,-9-1-16,-7 6 16,-9 0-1,-6 5-15,-4 0 16,-4 0-16,-16 0 15,23 6-15,-23-6 16,0 0-16,0 0 16,0 0-16,0 0 15</inkml:trace>
  <inkml:trace contextRef="#ctx0" brushRef="#br0" timeOffset="10946.91">17710 10656 0,'0'0'0,"0"0"0,0 0 0,-3 5 16,3-5-16,-7 27 16,0 13-16,1 33 15,4 14-15,0 8 16,4 12-16,-1-6 16,0-1-1,1-9-15,2-5 16,2-1-16,0-6 15,2-9-15,-1-13 16,0-6-16,-1-6 16,-1-11-16,-2-10 15,0-8-15,-2-6 16,-1-10-16,0 0 16,1 11-16,-1-11 15</inkml:trace>
  <inkml:trace contextRef="#ctx0" brushRef="#br0" timeOffset="15197.04">19160 10509 0,'0'0'0,"0"0"0,0 0 15,4 8-15,6 20 16,10 21-16,13 18 15,12 4 1,12 11-16,6 0 16,0 2-16,5 1 15,-1 3-15,1-3 16,-9-6-16,-14-6 16,-9-10-16,-18-15 31</inkml:trace>
  <inkml:trace contextRef="#ctx0" brushRef="#br0" timeOffset="15546.85">19585 10946 0,'0'0'0,"0"0"0,0 4 16,0-4 0,0 0-16,-1 15 15,-5 5-15,-8 23 16,-13 23-16,-7 6 16,-10 11-16,-12 12 15,-7 9-15,-5-1 16,2-8-16,7-7 15,6-10-15,9-12 16,12-9-16,9-14 16,6-9-1,10-8-15,4-7 16,8-6-16</inkml:trace>
  <inkml:trace contextRef="#ctx0" brushRef="#br0" timeOffset="16964.24">19921 11752 0,'0'0'0,"0"0"0,7 4 16,-7-4-16,48 19 15,10-11-15,7-7 16,-8-7-16,-8-18 16,4-14-16,-1-6 15,4-13 1,-13 5-16,-13-10 16,-8-2-16,-13-4 15,0-3-15,-5 3 16,-2 2-16,-3 4 15,-2-2-15,0-35 32,32-23-32,21 19 15,3 3-15,-2 42 16,8 17 0,1-2-16,-4 25 15,-2 10-15,-9 13 16,-8 9-16,-1 4 15,-2 36-15,-8 22 16,-5 14-16,-14 19 16,-1-30-16,-6 2 15,-8 22-15,2-25 16,-3 7-16,4-8 16,1-21-1,-2 4-15,4-24 16,1-10-16,1-5 15,10-6-15,22-3 16,27-12-16,11-15 16,11-10-16,-6-6 15,0-10-15,-22 3 16,-15 13-16,-17 8 16,-21 17-1,20-15-15,-20 15 16,0 0-16,0 0 15,-9 10-15</inkml:trace>
  <inkml:trace contextRef="#ctx0" brushRef="#br0" timeOffset="17247.2">22204 10139 0,'0'0'0,"0"0"16,0 0-16,-5 10 15,-5 21-15,-13 35 16,-7 19 0,-11 37-16,7-19 15,-13 54-15,18-1 31,26-26-31,23 1 16,12-74-16,17-16 16,-7-21-16</inkml:trace>
  <inkml:trace contextRef="#ctx0" brushRef="#br0" timeOffset="17796.58">22464 10445 0,'0'0'0,"16"-1"0,13-4 16,48-12-16,21-7 15,-1 1-15,-10 1 16,-5 3-16,-9 2 16,-12 3-16,-13 6 15,-12 10-15,-13 9 16,-8 12 0,-10 17-16,-17 22 15,-19 16-15,-18 7 16,-16 1-16,-8-3 15,1-17-15,-2 8 16,-13 5 0,13-9-1,28-28-15,20-15 16,16-17 0,10-10-16,18 13 15,54-14-15,40-11 16,2-17-16,-6 4 15,-5-2-15,0 2 16,-20 4-16,-14-1 16,-17 4-16,-19 7 15,-11 7-15,-2-1 16,-4 2-16,3-22 16</inkml:trace>
  <inkml:trace contextRef="#ctx0" brushRef="#br0" timeOffset="18064.3">23495 9810 0,'0'0'0,"0"0"0,0 0 0,0 4 16,4 8-16,8 20 16,17 34-16,36 39 15,29 34-15,22 23 16,4 4-16,-23-29 16</inkml:trace>
  <inkml:trace contextRef="#ctx0" brushRef="#br0" timeOffset="25979.43">20133 12209 0,'0'0'0,"0"0"0,0 2 0,0-2 15,0 0-15,0 0 16,0 14-16,0-14 15,6 19-15,1 0 16,1 1-16,4 1 16,4 0-16,4-2 15,8 0 1,11-8-16,12-6 16,9-11-16,-1-10 15,4-5-15,-2 1 16,-3-1-16,1 1 15,-7 4-15,1 6 16,2 7-16,-3 3 16,3 4-16,-5 4 15,-2-2-15,-1-1 16,-2-1-16,-3 1 16,4 0-1,4 0-15,2-2 16,-2-6-16,-1-3 15,6-6-15,3-4 16,5-4-16,-1-3 16,0-1-16,0 3 15,-6 1-15,1 3 16,-8 7 0,2 6-16,0 5 15,-4 7-15,-6 1 16,-7-2-16,-4 2 15,-4-4-15,4 4 16,2-3-16,9-6 16,5-8-16,0-4 15,4-9-15,-7-1 16,0-3-16,-5 4 16,-8 4-1,-4 3-15,1 2 16,4 8-16,2 1 15,8-1-15,4 0 16,9 0-16,8-6 16,-2-6-16,-2-1 15,-4 0-15,-8 3 16,-2 1-16,-1 3 16,-1-1-1,3 4-15,2 7 16,5 2-16,4 2 15,-5-1-15,1-2 16,-2-4-16,4-4 16,-4-5-16,-5 0 15,-1-2-15,-4 0 16,2 2-16,-3-1 16,3 0-16,1 2 15,-1-2 1,-5 2-16,-13 3 15,-6 3-15,-18 5 16,20-7-16,-20 7 16,4-20-16,-13-2 15,-7-6-15,-10-6 16,-6 1-16,2 7 16,3 2-1,1 3-15,2 0 16,1 3-16,6 5 15,17 13-15,-17-14 16,17 14-16,0 0 16,0 0-16,0 0 15,-15-9-15,15 9 16,0 0-16,0 0 16,0 0-1,0 0-15,0 0 16,0 0-16,0 0 15,0 0-15,0 0 16,0 0-16,0 0 16,0 0-16,0 0 15,0 0-15,0 0 16,0 0 0,0 0-16,0 0 15,0 0-15,0 0 16,0 0-16,-16-1 15,16 1-15,0 0 16</inkml:trace>
  <inkml:trace contextRef="#ctx0" brushRef="#br0" timeOffset="38312.49">10062 6569 0,'0'0'0,"0"0"0,0 0 0,0 0 16,0 5-16,0 5 15,0 7-15,2 6 16,2 4-16,2-7 16,3-1-1,2-7-15,-11-12 16,33 14-16,12-24 16,35-29-16,42-27 15,16-35-15,3-7 16,13-16-16,-3-12 15,0-4-15,-15 12 16,-19 20-16,-32 28 16,-28 27-16,-23 23 15,-18 14 1,-16 16-16,0 0 16,0 0-16,9 16 15</inkml:trace>
  <inkml:trace contextRef="#ctx0" brushRef="#br0" timeOffset="38663.15">9896 7131 0,'0'0'0,"0"0"16,0 0-16,3 1 15,13-2 1,39-11-16,58-58 16,39-27-16,10-34 15,9-11-15,-1-11 16,-5-4-16,-10 6 15,-13 5-15,-24 28 16,-21 20-16,-21 21 16,-26 30-16,-14 14 15,-13 15 1,-2 8-16,0 5 16</inkml:trace>
  <inkml:trace contextRef="#ctx0" brushRef="#br0" timeOffset="40463.61">11493 7095 0,'0'0'0,"0"0"15,-4-2-15,4 2 16,-16-2-16,16 2 15,-31-2-15,-6 6 16,-16 15-16,-19 18 16,-8 15-16,-3 14 15,3 11 1,8-3-16,7 9 0,11 2 16,8-1-1,12 2-15,11 5 16,12-7-16,9-4 15,27 3 1,29-9 0,37-5-16,11-27 15,-5-30-15,1-21 16,9-25-16,13-31 16,-3-7-1,9-13-15,-19-20 16,-8 4-16,-20-9 15,-23-6-15,-12 22 16,-16-11-16,-17 3 16,-8 15-16,-21-5 15,-26 11 1,-25 10-16,-21 21 0,-34 22 16,-18 26-1,-20 36-15,-20 31 16,5 26-16,4 29 15,-6 16-15</inkml:trace>
  <inkml:trace contextRef="#ctx0" brushRef="#br0" timeOffset="41930.18">10777 8644 0,'0'0'0,"3"-4"0,-3 4 16,21-19-16,11-5 16,21-9-16,18 0 15,-1 1-15,0 3 16,-14 5-16,-2 1 16,-4 3-16,-7 1 15,-11 6 1,-8 5-16,-6 8 15,-18 0-15,25 23 16,-25 7-16,-18 29 16,-14 23-16,-13 3 15,0-7-15,2-7 16,1-5-16,1-3 16,7-13-16,6-11 15,9-13 1,6-11-16,13-15 15,0 0-15,0 0 16,23-18-16,43-42 16,20-20-16,7-6 15,1 4-15,10-2 16,-16 15-16,-5 5 16,1 4-16</inkml:trace>
  <inkml:trace contextRef="#ctx0" brushRef="#br0" timeOffset="51162.86">13258 3126 0,'0'0'0,"0"0"0,0 0 0,0 0 15,-1 6-15,-1 7 16,-5 20-16,-3 16 16,-7 9-16,-11 8 15,-5 2-15,-5 4 16,-3 6-16,4-6 15,4-12 1,8-10-16,4-12 16,9-12-16,4-8 15,3-6-15,5-12 16,0 16-16,0-16 16,22 15-16,5-10 15,20-3-15,13-5 16,2-6-16,-8-5 15,-11 2 1,-7 0-16,-2-1 16,-3 0-16,-5 2 15,-6 2-15,-20 9 16,26-13-16,-26 13 16</inkml:trace>
  <inkml:trace contextRef="#ctx0" brushRef="#br0" timeOffset="51663.13">13844 3522 0,'0'0'0,"0"-3"0,0 3 15,0 0-15,0-11 16,0 11-16,0 0 15,-1-12-15,1 12 16,0 0 0,-29-14-16,-2 16 15,-10 13-15,-1 8 16,8 5-16,6 9 16,6 4-16,8-5 15,7-7-15,4-10 16,4-5-16,-1-14 15,21 10 1,2-15-16,9-8 16,2-6-16,-3-3 15,-9 3-15,-6 7 16,-16 12-16,15-14 16,-15 14-16,0 0 15,0 0-15,12 17 16,-1 12-16,0 5 15,-1-4 1,-2-4-16,5-5 16,8-1-16,9-3 15,28-18 1</inkml:trace>
  <inkml:trace contextRef="#ctx0" brushRef="#br0" timeOffset="51895.86">14455 3399 0,'0'0'0,"0"5"16,0-5-16,0 34 15,0 5-15,0 14 16,-2 2-16,-6 3 15,1-4 1,-3-9-16,4-10 16,1-7-16,0-8 15,1 1-15</inkml:trace>
  <inkml:trace contextRef="#ctx0" brushRef="#br0" timeOffset="52963.95">14979 3802 0,'0'0'0,"0"0"0,0-2 0</inkml:trace>
  <inkml:trace contextRef="#ctx0" brushRef="#br0" timeOffset="54064.75">15717 3209 0,'0'3'0,"0"11"16,-1 18-16,-5 50 15,-15 36-15,-10-11 16,-8-2-16,-1-9 16,3-14-16,3-4 15,9-20-15,5-12 16,6-13 0,7-16-16,3-6 15,4-11-15,0 0 16,0 0-16,38-30 15,18-20-15,8-12 16,-1 0-16,3-1 16,-1-2-16,2 3 15,-12 19 1,2 12-16,-12 15 16,-2 11-16,-3 18 15,-9 11-15,-5 20 16,-13 9-16,-9 11 15,-3 3-15,-5 15 16,1-9-16,-4 1 16,3-8-1,1-22 1,3-10 0,0-17-16,2-6 15,-2-11-15,2 10 16</inkml:trace>
  <inkml:trace contextRef="#ctx0" brushRef="#br0" timeOffset="54746.45">16954 3429 0,'0'0'0,"0"0"0,0 0 16,0 0-16,4 4 15,12 10-15,23 10 16,13 2 0,1-3-16,3-1 15,-3-3-15,10 1 16,0-5-16,-4-3 15,-10-3-15,-5-1 16,-9 1-16,-12 3 16,-7 6-16,-12 4 15,-8 10 1,-19 12-16,-15 9 16,-25-1-16,-13 4 15,-10-5-15,-5-1 16,3-2-16,15-9 15,5-4-15,5-7 16,4-7-16,11-6 16,23-6-16</inkml:trace>
  <inkml:trace contextRef="#ctx0" brushRef="#br0" timeOffset="55413.71">17854 3457 0,'0'0'0,"5"0"0,-5 0 0,0 0 0,47 0 15,5 3-15,3 7 16,-3 4-16,3 3 15,7 2-15,4 1 16,0 1-16,-1 1 16,-6-4-16,-1 0 15,0 2-15,-9-1 16,-5 2-16,-9-1 16,-9-3-1,-10-6-15,-5-1 16,-4 2-16,-4 0 15,-3 3-15,-3 0 16,-5 3-16,-10-1 16,-9 3-16,-4-2 15,-4-6-15,8-6 16,2-2 0,2-1-16,4-2 15,19-1-15,-25 0 16,25 0-16,-16 0 15,16 0-15,0 0 16,-16 0-16,16 0 16,0 0-16,0 0 15,0 0-15,0 0 16,0 0-16,0 0 16,-16-3-1,16 3-15,-15 8 16,-13 7-16,-22 16 15,-15 16-15,0-1 16,-20 14-16,-6 2 16,-11 0-16,-11 1 15,19-8-15,5-7 16,18-3-16</inkml:trace>
  <inkml:trace contextRef="#ctx0" brushRef="#br0" timeOffset="57363.19">19696 3510 0,'0'0'0,"0"0"0,0 0 16,0 0-16,0 0 15,0 0-15,0 0 16,0 0-16,-2 10 16,-7 24-16,-7 34 15,-4 20-15,1-1 16,-5 2-16,-12-2 16,-4-10-16,6-23 15,7-12-15,10-17 16,4-8-1,4-4-15,9-13 16,-7 9-16</inkml:trace>
  <inkml:trace contextRef="#ctx0" brushRef="#br0" timeOffset="59345.71">19094 3654 0,'5'0'0,"-5"0"16,33 20-16,15 9 15,10 4-15,3 2 16,5 7 0,-1 0-16,4 5 15,1 6-15,1-2 16,8 6-16,-2-7 16,4-9-16,0-6 15,-2-10-15,-7-8 16,-4-5-16,-9-2 15</inkml:trace>
  <inkml:trace contextRef="#ctx0" brushRef="#br0" timeOffset="83395.38">10578 9748 0,'0'0'0,"0"0"0,0 0 15,0 0-15,-5-3 16,-2-7-16,-6-16 15,0-30-15,7-26 16,3-21 0,6-25-16,2-23 15,5-7-15,2-7 16,0 0-16,2-5 16,1 1-16,-1-9 15,4-7-15,3 1 16,-1-6-16,-1 14 15,1 1-15,-4 15 16,-4 3-16,-6 22 16,-5 11-1,1 10-15,-4 10 16,1 4-16,-4 11 16,0 10-16,1 10 15,-1 3-15,0 10 16,2 8-16,0 5 15,-1 10-15,1 4 16,-2 9-16,1 2 16,0 4-1,0 2-15,4 12 16,-5-15-16,5 15 16,0 0-16,-3-12 15,3 12-15,0 0 16,0 0-16,0 0 15,0 0-15,9 12 16,4 1-16,1 6 16,-1 2-16,1 3 15,-6-2-15</inkml:trace>
  <inkml:trace contextRef="#ctx0" brushRef="#br0" timeOffset="83947.91">11017 5401 0,'0'0'0,"0"4"0,-1 5 16,-2 28-16,-2 28 16,4 15-16,-1 8 15,4 7 1,-2 9-16,1 8 16,0 5-16,1 3 15,-2 6-15,2 1 16,0 3-16,-1 8 15,0-3-15,0 8 16,3-1-16,2-5 16,4 2-16,1-8 15,-1-8 1,0-8-16,-2-12 16,-2-8-16,1-9 15,-2-5-15,0-5 16,3-7-16,-2-7 15,1-10-15,-1-2 16,-1-3-16,2-2 16,-3-4-16,-1-10 15,-1-4 1,-2-5-16,-2-3 16,0-4-16,0-3 15,2-12-15,-4 16 16,4-16-16</inkml:trace>
  <inkml:trace contextRef="#ctx0" brushRef="#br0" timeOffset="101795.5">6359 6893 0,'0'0'0,"0"0"0,-1-3 16,1 3-16,-6-11 15,6 11 1,-16-20-16,-3 6 16,-13-1-16,-13 1 15,-4 4-15,0 4 16,-7 2-16,0 2 15,-7 2-15,0 2 16,4 2-16,-1 0 16,7 3-1,-1 1-15,-1 2 0,7 2 16,-1 1 0,5 4-16,-1 5 15,1 0-15,6 3 16,-1 3-16,3 0 15,0 3-15,4-2 16,6 1-16,5-2 16,3-1-16,3 5 15,2 1-15,5 2 16,3 0 0,3-3-16,5-3 15,4 0-15,1-2 16,2-2-16,4-1 15,3 3-15,4 2 16,3 4-16,0-2 16,0 2-16,0 0 15,0 1-15,1-2 16,-5-2-16,1-4 16,-2-6-1,3-3-15,7-2 16,8-2-16,0-1 15,5-3-15,-7-2 16,-4-4-16,-3 0 16,-2-3-16,-4 2 15,1-2-15,2 0 16,3-2-16,10 2 16,2-3-1,-5 1-15,-6-1 16,-10 1-16,-4 1 15,-15 1-15,20 8 16,-10 7-16,-1 8 16,-1 9-16,2 3 15,-2-4-15,-1-6 16,-1-4-16,8-4 16,7-4-1,11 0-15,10 0 16,5-4-16,-3-4 15,-6-4-15,-4-2 16,4-4-16,1-2 16,3-1-16,-1 1 15,-5 1-15,-3 2 16,-2 2 0,-3 2-16,-2 2 15,3-2-15,7 0 16,8 0-16,3 0 15,-3 0-15,-2 2 16,-7 0-16,-1 2 16,4 2-16,12 0 15,6 2-15,-2 0 16,-7 0-16,-10-3 16,7 1-16,13 1 15,8-5 1,1-8-16,-8-4 15,-6-2-15,2-1 16,-5 1-16,-8 3 16,-6 5-16,-8 4 15,-2 4-15,-3-2 16,0 0-16,-1 0 16,8-2-1,13-4-15,2-5 16,-4-3-16,-12-1 15,-7-2-15,-7 1 16,-4 4-16,-10 10 16,7-14-16,-7 14 15,0-12-15,-10 1 16,-8-5-16,-9-5 16,-4-2-1,0 0-15,0 0 16,2-7-16,0-14 15,6-13-15,4-1 16,7 2-16,5 4 16,1 3-16,1-5 15,0 1-15,1 3 16,1 11-16,0 8 16,0 5-16,-4 5 15,-16-5 1,-6 0-16,-5-2 15,2 4-15,4 5 16,-5-5-16,-5 0 16,-2-5-16,-5 0 15,-1 0-15,-10 4 16,-2 8-16,-14 7 16,-5 2-1,-2 5-15,5 2 16,14 0-16,-1-1 15,8-1-15,3-5 16,7-7-16,7 1 16,-11-1-16,-16-8 15,-24 6-15,-35 23 16,-8 11-16,-13 30 16</inkml:trace>
  <inkml:trace contextRef="#ctx0" brushRef="#br0" timeOffset="114696.12">2246 8364 0,'0'0'0,"0"0"0,4 5 0,-4-5 16,26 17-16,1-2 15,9 0-15,9 2 16,7-1-16,2-3 15,7 1-15,4-1 16,8-2-16,1 0 16,1-1-16,1 3 15,4-3 1,3 0-16,3 0 16,3 1-16,9-2 15,2-1-15,5-5 16,1-1-16,2-5 15,3-2-15,0 0 16,1-1-16,-2-1 16,-1 0-16,-2 1 15,-5 0 1,2-1-16,1 1 16,1 1-16,5 1 15,0 0-15,-4 1 16,6 0-16,-1 1 15,3 0-15,-1-1 16,-4 1-16,3-2 16,-3 1-1,-4 1-15,6 0 16,-6 0-16,5-1 16,-1 0-16,-3 0 15,3 1-15,0 0 16,5-4-16,3 0 15,-2-3-15,-3-1 16,2-2-16,-9 2 16,5-2-16,0 1 15,-5-2 1,0 1-16,-3 0 16,-1 1-16,3-1 15,-6 0-15,5 1 16,-9 0-16,-1 1 15,-1-1-15,-7 2 16,-3 3-16,-6 3 16,-3 3-1,4 0-15,-1 3 16,-4 0-16,-1-1 16,-3 2-16,0-1 15,-3 0-15,-5 2 16,2 0-16,3-2 15,-2 1-15,-2 2 16,-5-1-16,1 0 16,0 0-16,1 0 15,-4-1 1,3 1-16,-5-1 16,5-1-16,0-3 15,1-3-15,-3-2 16,-5-1-16,4 1 15,1-2-15,-1 1 16,-7 0-16,-6 2 16,-7 0-16,-5 2 15,-3-1-15,-4 2 16,2-1 0,3 2-16,2 0 15,4 0-15,12-1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31T12:38:39.06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20320 9168 0,'0'0'0,"-5"0"0,5 0 15,-26-9-15,-5 1 16,-7-5-16,-11 0 16,0-2-16,5 2 15,6 2-15,-3-1 16,-2-1 0,0 0-16,0 0 15,1 4-15,0 7 16,2 4-16,1 6 15,5 0-15,-5 2 16,-3 1-16,0 2 16,0 3-16,1 1 15,4-1-15,-1 5 16,6 1-16,-1 0 16,2 2-1,5-1-15,-1 1 16,2-1-16,0 1 15,0 0-15,1 1 16,0-1-16,1-1 16,1-2-16,1 3 15,-6 0-15,-3 1 16,-1-2-16,-1-1 16,-2-1-1,1-1-15,-1-1 16,0-1-16,2-3 15,0-2-15,1-5 16,-1 1-16,-2-1 16,5-2-16,-5 1 15,3-1-15,3 0 16,1 2 0,1-1-16,1 1 15,3 0-15,3-1 16,2-1-16,17-6 15,-22 11-15,22-11 16,-15 7-16,15-7 16,0 0-16,-18 12 15,18-12-15,0 0 16,-20 13-16,20-13 16,-18 11-1,18-11-15,-23 15 16,23-15-16,-27 14 15,27-14-15,-27 10 16,27-10-16,-28 8 16,28-8-16,-28 5 15,10-2-15,-3-2 16,-2-2-16,3-2 16,2 1-1,3-2-15,15 4 16,-27-9-16,27 9 15,-29-17-15,15 7 16,1-2-16,1 1 16,2-1-16,-1 1 15,1-3-15,0 0 16,1-5-16,-1-2 16,1-4-1,1-2-15,0 0 16,3 0-16,1 1 15,2-1-15,1-3 16,1-8-16,0-3 16,0 2-16,0-2 15,0 1-15,0 3 16,0 2-16,-2 2 16,0 4-1,-7-4-15,-8-4 16,-9 0-16,-8-1 15,-6 1-15,-9 5 16,-2 7-16,-8 8 16,-7 6-16,-2-1 15,-9 6-15,-8 0 16,-3 3-16,-4 6 16,-4 4-16,-1-2 15,-2 2 1,-3 0-16,-5-1 15,-1 2-15,-6-1 16,3 1-16,0-3 16,-2 3-16,1-2 15,0-6-15,-6-4 16,5-3 0,-3-1-16,-1 0 15,3 1-15,-8 2 16,11 1-16,-1 1 15,0 0-15,9 1 16,-4-2-16,7 1 16,3 1-16,-3-1 15,2 0-15,9-3 16,-3 3-16,6-1 16,0 0-1,3 0-15,2 0 16,2 1-16,5 0 15,0-1-15,6 4 16,0-2-16,-2 1 16,8 1-16,0 3 15,2 6-15,-2 4 16,-7 7-16,2 5 16,5 3-16,0 4 15,3 3 1,1-1-16,5 3 15,2-2-15,6-1 16,5 4-16,1 4 16,6 5-16,-1 2 15,3 1-15,3 4 16,-1 7-16,2 6 16,6 5-16,2 0 15,5-3 1,5 8-16,5 1 15,4-2-15,4-5 16,6-1-16,5 2 16,5-2-16,5-4 15,4-5-15,5 1 16,2 3-16,5-3 16,0 0-16,1-6 15,1-2 1,4 1-16,3 2 15,-2-1-15,1-1 16,-1-5-16,1-4 16,3-3-16,-1-1 15,-2-5-15,0 1 16,2-2-16,-3-2 16,10-1-16,2-3 15</inkml:trace>
  <inkml:trace contextRef="#ctx0" brushRef="#br0" timeOffset="7400.29">15585 9110 0,'0'0'0,"0"0"0,0 0 0,0 0 16,4 4-16,-4-4 15,38 15 1,19-21-16,29-26 15</inkml:trace>
  <inkml:trace contextRef="#ctx0" brushRef="#br0" timeOffset="22949.72">13106 11463 0,'0'0'0,"0"0"0,0 0 0,0 0 15,20 6-15,21 1 16,22-2 0,14-2-16,6-4 15,10-3-15,4-4 16,6-2-16,10-1 15,8-3-15,5-4 16,1-6-16,0-2 16,0-1-16,3 0 15,-3 1-15,2 1 16,-1 1 0,-4 6-16,1 4 15,-2 8-15,-2 4 16,-8 2-16,-3 6 15,-4 4-15,-1 2 16,2 2-16,-1 1 16,5 0-16,-2-1 15,4-1-15,-2-7 16,-4-6 0,4-1-16,-3-1 15,-4-3-15,2-2 16,-3-1-16,-7 0 15,-2 0-15,2 0 16,4-2-16,-6 1 16,-3-1-16,-10 3 15,-4 1-15,1 6 16,-3 3 0,-5 2-16,2 4 15,-1 6-15,1-1 16,4 0-16,5 2 15,1-1-15,2 0 16,2 1-16,7 1 16,8 2-16,12-2 15,-3-2-15,12-6 16,-4-3-16,-13-6 16,20-2-1,-19-2-15,3-1 16,7 1-16,-23 0 15,18-3-15,-4 3 16,-13-4-16,14 0 16,-5 0-16,-4 0 15,16-1-15,-12 1 16,8-4 0,6 0-16,-13 3 15,7-1-15,-14 7 16,-1 4-16,-1 2 15,-5 1-15,-3 1 16,-2-1-16,-2-8 16,8-3-16,8-13 15,-5-5-15,14-3 16,-10 0-16,-9 1 16,4-10-1,-22-9-15,0-6 16,-4-2-16,-11 4 15,-7 0-15,3-6 16,3-9-16,0-7 16,-4 2-16,-15 13 15,-5-4-15,-6-18 16,-2-2-16,-7-1 16,-5 4-1,-6 3-15,-3-3 16,-8 5-16,-4 7 15,-6 6-15,-14-4 16,-7-1-16,-10 2 16,-3 2-16,-3 4 15,-4 2-15,-1 1 16,-8 2-16,0 1 16,0 6-1,-3-1-15,-6 1 16,-1 0-16,-1 0 15,5 4-15,3 0 16,0 1-16,7 4 16,-4 1-16,3 2 15,-2 4-15,1 0 16,5 6-16,-3-3 16,6 2-16,5 2 15,2-1 1,3 0-16,-1-2 15,2 0-15,5 3 16,-2-1-16,-6-1 16,0 1-16,4 2 15,5 2-15,4 4 16,-2-2-16,-7-3 16,-3-3-16,-3-1 15,8 3-15,-5 1 16,3-1-1,-1 0-15,4 3 16,-4 1-16,-2-1 16,3 1-16,2 1 15,7 4-15,-7 2 16,-11 1-16,-2 1 16,2 3-16,12 0 15,6 2-15,0 2 16,-6 2-1,-4 2-15,-3 1 16,1-1-16,5-1 16,1 1-16,-3 1 15,-9 4-15,-8 3 16,-1 0-16,6-2 16,0 4-16,0 5 15,-9 8 1,-1 1-16,8-4 15,-4 1-15,11-8 16,-10-2-16,0-1 16,10-5-16,3-1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966F2-D852-4790-88BA-F937A7B6C53D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7C2E1-0CBE-46AD-AE44-0D86F64F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6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45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114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114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367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961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1133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2443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0385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051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4951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811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5289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5595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62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8487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078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499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951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0742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5593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23811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16980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4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5279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0004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22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30;p76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4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/>
        </p:nvSpPr>
        <p:spPr>
          <a:xfrm>
            <a:off x="3276600" y="4947047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825" b="1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BITS </a:t>
            </a:r>
            <a:r>
              <a:rPr lang="en-US" sz="825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Pilani, 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44" name="Google Shape;44;p78"/>
          <p:cNvGrpSpPr/>
          <p:nvPr/>
        </p:nvGrpSpPr>
        <p:grpSpPr>
          <a:xfrm>
            <a:off x="2084388" y="4912519"/>
            <a:ext cx="7059612" cy="36910"/>
            <a:chOff x="2083888" y="6550671"/>
            <a:chExt cx="7060112" cy="48665"/>
          </a:xfrm>
        </p:grpSpPr>
        <p:sp>
          <p:nvSpPr>
            <p:cNvPr id="45" name="Google Shape;45;p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48" name="Google Shape;48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8"/>
          <p:cNvGrpSpPr/>
          <p:nvPr/>
        </p:nvGrpSpPr>
        <p:grpSpPr>
          <a:xfrm>
            <a:off x="2133600" y="4914900"/>
            <a:ext cx="7010400" cy="34529"/>
            <a:chOff x="1905000" y="6553200"/>
            <a:chExt cx="7010400" cy="45719"/>
          </a:xfrm>
        </p:grpSpPr>
        <p:sp>
          <p:nvSpPr>
            <p:cNvPr id="50" name="Google Shape;5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5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53;p78"/>
          <p:cNvGrpSpPr/>
          <p:nvPr/>
        </p:nvGrpSpPr>
        <p:grpSpPr>
          <a:xfrm>
            <a:off x="0" y="971550"/>
            <a:ext cx="7010400" cy="34529"/>
            <a:chOff x="1905000" y="6553200"/>
            <a:chExt cx="7010400" cy="45719"/>
          </a:xfrm>
        </p:grpSpPr>
        <p:sp>
          <p:nvSpPr>
            <p:cNvPr id="54" name="Google Shape;5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7" name="Google Shape;57;p78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4765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2"/>
          </p:nvPr>
        </p:nvSpPr>
        <p:spPr>
          <a:xfrm>
            <a:off x="304800" y="114300"/>
            <a:ext cx="6324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3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9095-6199-624F-BD16-1B6E41EB487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7F88-3D78-EE41-BDDF-9CB676EC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0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57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57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59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69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9095-6199-624F-BD16-1B6E41EB487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7F88-3D78-EE41-BDDF-9CB676EC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3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9095-6199-624F-BD16-1B6E41EB487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7F88-3D78-EE41-BDDF-9CB676EC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7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008A2-A931-4382-8B33-C6AE923D47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99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7D886-B426-46D5-8BC3-46F665546B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0532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0330-F960-4901-99EA-CC400A81E5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170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96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442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907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413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E9E449-369D-4FE9-8AA5-9136DD4E2B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46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7772400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086100"/>
            <a:ext cx="7772400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ED25419A-59E0-42FA-9A1B-2FCE03464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29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2953942"/>
            <a:ext cx="4038600" cy="164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2953942"/>
            <a:ext cx="4038600" cy="164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10DF35-9FB3-47F7-A182-11281F3453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02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0_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6"/>
          <p:cNvSpPr txBox="1">
            <a:spLocks noGrp="1"/>
          </p:cNvSpPr>
          <p:nvPr>
            <p:ph type="title"/>
          </p:nvPr>
        </p:nvSpPr>
        <p:spPr>
          <a:xfrm>
            <a:off x="151136" y="145096"/>
            <a:ext cx="8841724" cy="41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5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6"/>
          <p:cNvSpPr txBox="1">
            <a:spLocks noGrp="1"/>
          </p:cNvSpPr>
          <p:nvPr>
            <p:ph type="body" idx="1"/>
          </p:nvPr>
        </p:nvSpPr>
        <p:spPr>
          <a:xfrm>
            <a:off x="615146" y="1401165"/>
            <a:ext cx="7913709" cy="256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4708" lvl="0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4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449415" lvl="1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4123" lvl="2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898831" lvl="3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3539" lvl="4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48246" lvl="5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2954" lvl="6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797662" lvl="7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2369" lvl="8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6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608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6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12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0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644029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28384230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4.png"/><Relationship Id="rId7" Type="http://schemas.openxmlformats.org/officeDocument/2006/relationships/slide" Target="slide2.xml"/><Relationship Id="rId12" Type="http://schemas.openxmlformats.org/officeDocument/2006/relationships/slide" Target="slide2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.png"/><Relationship Id="rId11" Type="http://schemas.openxmlformats.org/officeDocument/2006/relationships/slide" Target="slide18.xml"/><Relationship Id="rId5" Type="http://schemas.openxmlformats.org/officeDocument/2006/relationships/image" Target="../media/image7.png"/><Relationship Id="rId10" Type="http://schemas.openxmlformats.org/officeDocument/2006/relationships/slide" Target="slide4.xml"/><Relationship Id="rId4" Type="http://schemas.openxmlformats.org/officeDocument/2006/relationships/image" Target="../media/image6.png"/><Relationship Id="rId9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ustomXml" Target="../ink/ink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vebook.manning.com/book/deep-learning-with-python/" TargetMode="External"/><Relationship Id="rId4" Type="http://schemas.openxmlformats.org/officeDocument/2006/relationships/hyperlink" Target="https://www.deeplearningbook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"/>
          <p:cNvSpPr txBox="1">
            <a:spLocks noGrp="1"/>
          </p:cNvSpPr>
          <p:nvPr>
            <p:ph type="title"/>
          </p:nvPr>
        </p:nvSpPr>
        <p:spPr>
          <a:xfrm>
            <a:off x="2075361" y="2552156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Advanced Deep Learning</a:t>
            </a:r>
            <a:b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ZG513 </a:t>
            </a:r>
            <a:endParaRPr sz="2800" dirty="0">
              <a:solidFill>
                <a:srgbClr val="FFFF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 txBox="1">
            <a:spLocks noGrp="1"/>
          </p:cNvSpPr>
          <p:nvPr>
            <p:ph type="body" idx="4294967295"/>
          </p:nvPr>
        </p:nvSpPr>
        <p:spPr>
          <a:xfrm>
            <a:off x="3886200" y="36951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74320" indent="-192024" algn="r">
              <a:spcBef>
                <a:spcPts val="0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</a:t>
            </a:r>
            <a:r>
              <a:rPr lang="en-IN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Ghosal</a:t>
            </a:r>
            <a:endParaRPr dirty="0"/>
          </a:p>
          <a:p>
            <a:pPr marL="274320" indent="-192024" algn="r">
              <a:spcBef>
                <a:spcPts val="357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sugata.ghosal@pilani.bits-pilani.ac.in</a:t>
            </a:r>
            <a:endParaRPr sz="2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1ED1C6-E45B-44A6-97B3-A31FCDCCF89D}"/>
                  </a:ext>
                </a:extLst>
              </p14:cNvPr>
              <p14:cNvContentPartPr/>
              <p14:nvPr/>
            </p14:nvContentPartPr>
            <p14:xfrm>
              <a:off x="2266920" y="13050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1ED1C6-E45B-44A6-97B3-A31FCDCCF8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7560" y="12956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77" name="Google Shape;77;p3"/>
          <p:cNvSpPr txBox="1"/>
          <p:nvPr/>
        </p:nvSpPr>
        <p:spPr>
          <a:xfrm>
            <a:off x="762000" y="1123950"/>
            <a:ext cx="6496691" cy="304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0" rIns="0" bIns="0" anchor="t" anchorCtr="0">
            <a:spAutoFit/>
          </a:bodyPr>
          <a:lstStyle/>
          <a:p>
            <a:pPr marL="363031" marR="8052" indent="-342900">
              <a:spcAft>
                <a:spcPts val="12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upervised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vs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U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nsupervised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L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earning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E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xperience</a:t>
            </a:r>
          </a:p>
          <a:p>
            <a:pPr marL="363031" marR="8052" indent="-3429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utoencoders</a:t>
            </a:r>
            <a:endParaRPr sz="2219" kern="0" dirty="0">
              <a:latin typeface="Calibri"/>
              <a:ea typeface="Calibri"/>
              <a:cs typeface="Calibri"/>
              <a:sym typeface="Calibri"/>
            </a:endParaRP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ndercomplete AE</a:t>
            </a: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egularized AE</a:t>
            </a: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onvolutional AE</a:t>
            </a: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enoising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AE</a:t>
            </a: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parse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AE</a:t>
            </a:r>
          </a:p>
          <a:p>
            <a:pPr marL="363031" indent="-342900">
              <a:spcBef>
                <a:spcPts val="1078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eep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utoencoders</a:t>
            </a:r>
            <a:endParaRPr sz="2219" kern="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>
            <a:spLocks noGrp="1"/>
          </p:cNvSpPr>
          <p:nvPr>
            <p:ph type="title"/>
          </p:nvPr>
        </p:nvSpPr>
        <p:spPr>
          <a:xfrm>
            <a:off x="153300" y="145096"/>
            <a:ext cx="2899887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/>
            <a:r>
              <a:rPr lang="en-US"/>
              <a:t>I</a:t>
            </a:r>
            <a:r>
              <a:rPr lang="en-US" cap="small"/>
              <a:t>n</a:t>
            </a:r>
            <a:r>
              <a:rPr lang="en-US"/>
              <a:t>  T</a:t>
            </a:r>
            <a:r>
              <a:rPr lang="en-US" cap="small"/>
              <a:t>his</a:t>
            </a:r>
            <a:r>
              <a:rPr lang="en-US"/>
              <a:t>  S</a:t>
            </a:r>
            <a:r>
              <a:rPr lang="en-US" cap="small"/>
              <a:t>egment</a:t>
            </a:r>
            <a:endParaRPr/>
          </a:p>
        </p:txBody>
      </p:sp>
      <p:pic>
        <p:nvPicPr>
          <p:cNvPr id="61" name="Google Shape;6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985" y="1063768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617201" y="1069583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85" y="1538661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617201" y="1544497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85" y="2013574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617201" y="2019390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85" y="2488486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/>
        </p:nvSpPr>
        <p:spPr>
          <a:xfrm>
            <a:off x="617201" y="2494302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85" y="2963379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617201" y="2969216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64" y="3438293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617201" y="3444109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964" y="3913206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/>
        </p:nvSpPr>
        <p:spPr>
          <a:xfrm>
            <a:off x="617201" y="3919022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964" y="4388099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617201" y="4393934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894709" y="833715"/>
            <a:ext cx="7259280" cy="2891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0" rIns="0" bIns="0" anchor="t" anchorCtr="0">
            <a:spAutoFit/>
          </a:bodyPr>
          <a:lstStyle/>
          <a:p>
            <a:pPr marL="20131" marR="8052">
              <a:lnSpc>
                <a:spcPct val="140400"/>
              </a:lnSpc>
            </a:pP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upervised</a:t>
            </a: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vs</a:t>
            </a: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U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nsupervised</a:t>
            </a: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L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E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xperience</a:t>
            </a:r>
            <a:r>
              <a:rPr lang="en-US" sz="2219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endParaRPr sz="2219">
              <a:latin typeface="Calibri"/>
              <a:ea typeface="Calibri"/>
              <a:cs typeface="Calibri"/>
              <a:sym typeface="Calibri"/>
            </a:endParaRPr>
          </a:p>
          <a:p>
            <a:pPr marL="20131" marR="2726711">
              <a:lnSpc>
                <a:spcPct val="140400"/>
              </a:lnSpc>
            </a:pP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ndercomplete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r>
              <a:rPr lang="en-US" sz="2219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egularized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r>
              <a:rPr lang="en-US" sz="2219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r>
              <a:rPr lang="en-US" sz="2219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enoising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r>
              <a:rPr lang="en-US" sz="2219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parse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endParaRPr sz="2219">
              <a:latin typeface="Calibri"/>
              <a:ea typeface="Calibri"/>
              <a:cs typeface="Calibri"/>
              <a:sym typeface="Calibri"/>
            </a:endParaRPr>
          </a:p>
          <a:p>
            <a:pPr marL="20131">
              <a:spcBef>
                <a:spcPts val="1078"/>
              </a:spcBef>
            </a:pP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eep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endParaRPr sz="2219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A</a:t>
            </a:r>
            <a:r>
              <a:rPr lang="en-US" cap="small" dirty="0" err="1"/>
              <a:t>utoencoders</a:t>
            </a:r>
            <a:r>
              <a:rPr lang="en-US" dirty="0"/>
              <a:t> </a:t>
            </a:r>
            <a:r>
              <a:rPr lang="en-US" cap="small" dirty="0"/>
              <a:t>and</a:t>
            </a:r>
            <a:r>
              <a:rPr lang="en-US" dirty="0"/>
              <a:t> PCA</a:t>
            </a:r>
            <a:endParaRPr lang="en-IN" dirty="0"/>
          </a:p>
        </p:txBody>
      </p:sp>
      <p:pic>
        <p:nvPicPr>
          <p:cNvPr id="549" name="Google Shape;54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21" y="1619670"/>
            <a:ext cx="109835" cy="10983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2"/>
          <p:cNvSpPr txBox="1"/>
          <p:nvPr/>
        </p:nvSpPr>
        <p:spPr>
          <a:xfrm>
            <a:off x="983789" y="1417973"/>
            <a:ext cx="6121872" cy="148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667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encoder of a linear </a:t>
            </a:r>
            <a:r>
              <a:rPr lang="en-US" sz="1664" kern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autoencoder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equivalent to PCA if we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626"/>
              </a:spcBef>
              <a:buClr>
                <a:srgbClr val="000000"/>
              </a:buClr>
            </a:pPr>
            <a:r>
              <a:rPr lang="en-US" sz="1427" kern="0" baseline="30000" dirty="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a linear encoder</a:t>
            </a:r>
            <a:endParaRPr sz="1506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341"/>
              </a:spcBef>
              <a:buClr>
                <a:srgbClr val="000000"/>
              </a:buClr>
            </a:pPr>
            <a:r>
              <a:rPr lang="en-US" sz="1427" kern="0" baseline="30000" dirty="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a linear decoder</a:t>
            </a:r>
            <a:endParaRPr sz="1506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341"/>
              </a:spcBef>
              <a:buClr>
                <a:srgbClr val="000000"/>
              </a:buClr>
            </a:pPr>
            <a:r>
              <a:rPr lang="en-US" sz="1427" kern="0" baseline="30000" dirty="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a squared error loss function</a:t>
            </a:r>
            <a:endParaRPr sz="1506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341"/>
              </a:spcBef>
              <a:buClr>
                <a:srgbClr val="000000"/>
              </a:buClr>
            </a:pPr>
            <a:r>
              <a:rPr lang="en-US" sz="1427" kern="0" baseline="30000" dirty="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normalize the inputs to</a:t>
            </a:r>
            <a:endParaRPr sz="1506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887" y="3082514"/>
            <a:ext cx="2960913" cy="7867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959AEB-CDC7-6DFD-7432-FC05E110CA2C}"/>
                  </a:ext>
                </a:extLst>
              </p14:cNvPr>
              <p14:cNvContentPartPr/>
              <p14:nvPr/>
            </p14:nvContentPartPr>
            <p14:xfrm>
              <a:off x="955080" y="177120"/>
              <a:ext cx="8001720" cy="4936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959AEB-CDC7-6DFD-7432-FC05E110CA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5720" y="167760"/>
                <a:ext cx="8020440" cy="495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O</a:t>
            </a:r>
            <a:r>
              <a:rPr lang="en-US" cap="small" dirty="0" err="1"/>
              <a:t>vercomplete</a:t>
            </a:r>
            <a:r>
              <a:rPr lang="en-US" dirty="0"/>
              <a:t>  </a:t>
            </a:r>
            <a:r>
              <a:rPr lang="en-US" dirty="0" err="1"/>
              <a:t>A</a:t>
            </a:r>
            <a:r>
              <a:rPr lang="en-US" cap="small" dirty="0" err="1"/>
              <a:t>utoencoders</a:t>
            </a:r>
            <a:endParaRPr lang="en-IN" dirty="0"/>
          </a:p>
        </p:txBody>
      </p:sp>
      <p:grpSp>
        <p:nvGrpSpPr>
          <p:cNvPr id="564" name="Google Shape;564;p23"/>
          <p:cNvGrpSpPr/>
          <p:nvPr/>
        </p:nvGrpSpPr>
        <p:grpSpPr>
          <a:xfrm>
            <a:off x="797889" y="1070489"/>
            <a:ext cx="716969" cy="2283450"/>
            <a:chOff x="513702" y="596849"/>
            <a:chExt cx="452310" cy="1440547"/>
          </a:xfrm>
        </p:grpSpPr>
        <p:pic>
          <p:nvPicPr>
            <p:cNvPr id="565" name="Google Shape;565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968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6" name="Google Shape;566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2273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7" name="Google Shape;567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93936" y="1865320"/>
              <a:ext cx="172076" cy="1720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8" name="Google Shape;568;p23"/>
          <p:cNvSpPr txBox="1"/>
          <p:nvPr/>
        </p:nvSpPr>
        <p:spPr>
          <a:xfrm>
            <a:off x="1257271" y="3027440"/>
            <a:ext cx="271770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308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308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69" name="Google Shape;56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0727" y="3413293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3"/>
          <p:cNvSpPr txBox="1"/>
          <p:nvPr/>
        </p:nvSpPr>
        <p:spPr>
          <a:xfrm>
            <a:off x="1257271" y="3386900"/>
            <a:ext cx="271770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1" name="Google Shape;57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0727" y="3869814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3"/>
          <p:cNvSpPr txBox="1"/>
          <p:nvPr/>
        </p:nvSpPr>
        <p:spPr>
          <a:xfrm>
            <a:off x="1257271" y="3842459"/>
            <a:ext cx="271770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3" name="Google Shape;57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0727" y="4326337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3"/>
          <p:cNvSpPr txBox="1"/>
          <p:nvPr/>
        </p:nvSpPr>
        <p:spPr>
          <a:xfrm>
            <a:off x="1257271" y="4299935"/>
            <a:ext cx="271770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5" name="Google Shape;575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2032" y="2500248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3"/>
          <p:cNvSpPr txBox="1"/>
          <p:nvPr/>
        </p:nvSpPr>
        <p:spPr>
          <a:xfrm>
            <a:off x="2526094" y="2571260"/>
            <a:ext cx="104682" cy="158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872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872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7" name="Google Shape;57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2032" y="2956771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3"/>
          <p:cNvSpPr txBox="1"/>
          <p:nvPr/>
        </p:nvSpPr>
        <p:spPr>
          <a:xfrm>
            <a:off x="2397916" y="2958842"/>
            <a:ext cx="273783" cy="21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4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189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9" name="Google Shape;579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2032" y="3413293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3"/>
          <p:cNvSpPr txBox="1"/>
          <p:nvPr/>
        </p:nvSpPr>
        <p:spPr>
          <a:xfrm>
            <a:off x="2397916" y="3414400"/>
            <a:ext cx="273783" cy="21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4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189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81" name="Google Shape;581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2032" y="3869816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3"/>
          <p:cNvSpPr txBox="1"/>
          <p:nvPr/>
        </p:nvSpPr>
        <p:spPr>
          <a:xfrm>
            <a:off x="2397916" y="3871860"/>
            <a:ext cx="273783" cy="21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4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189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83" name="Google Shape;583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2032" y="4326337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3"/>
          <p:cNvSpPr txBox="1"/>
          <p:nvPr/>
        </p:nvSpPr>
        <p:spPr>
          <a:xfrm>
            <a:off x="2397916" y="4327435"/>
            <a:ext cx="273783" cy="21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4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189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85" name="Google Shape;585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2032" y="4782860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23"/>
          <p:cNvSpPr txBox="1"/>
          <p:nvPr/>
        </p:nvSpPr>
        <p:spPr>
          <a:xfrm>
            <a:off x="2397916" y="4783945"/>
            <a:ext cx="273783" cy="21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4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189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7" name="Google Shape;587;p23"/>
          <p:cNvSpPr txBox="1"/>
          <p:nvPr/>
        </p:nvSpPr>
        <p:spPr>
          <a:xfrm>
            <a:off x="990600" y="949779"/>
            <a:ext cx="7483742" cy="158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40262">
              <a:buClr>
                <a:srgbClr val="000000"/>
              </a:buClr>
            </a:pP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hidden layer which has more units than input layer.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3739" algn="ctr">
              <a:spcBef>
                <a:spcPts val="1696"/>
              </a:spcBef>
              <a:buClr>
                <a:srgbClr val="000000"/>
              </a:buClr>
            </a:pP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dim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902" i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dim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2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0262">
              <a:spcBef>
                <a:spcPts val="1656"/>
              </a:spcBef>
              <a:buClr>
                <a:srgbClr val="000000"/>
              </a:buClr>
            </a:pP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a trivial encoding by simply copying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i 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copying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853" kern="0" baseline="30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i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59180">
              <a:spcBef>
                <a:spcPts val="634"/>
              </a:spcBef>
              <a:buClr>
                <a:srgbClr val="000000"/>
              </a:buClr>
            </a:pPr>
            <a:r>
              <a:rPr lang="en-US" sz="134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Hidden</a:t>
            </a:r>
            <a:endParaRPr sz="134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8" name="Google Shape;588;p23"/>
          <p:cNvSpPr txBox="1"/>
          <p:nvPr/>
        </p:nvSpPr>
        <p:spPr>
          <a:xfrm>
            <a:off x="2399238" y="2384416"/>
            <a:ext cx="488180" cy="29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783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endParaRPr sz="134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89" name="Google Shape;589;p23"/>
          <p:cNvGrpSpPr/>
          <p:nvPr/>
        </p:nvGrpSpPr>
        <p:grpSpPr>
          <a:xfrm>
            <a:off x="1471090" y="2680486"/>
            <a:ext cx="2345013" cy="2195549"/>
            <a:chOff x="926646" y="1691022"/>
            <a:chExt cx="1479385" cy="1385093"/>
          </a:xfrm>
        </p:grpSpPr>
        <p:sp>
          <p:nvSpPr>
            <p:cNvPr id="590" name="Google Shape;590;p23"/>
            <p:cNvSpPr/>
            <p:nvPr/>
          </p:nvSpPr>
          <p:spPr>
            <a:xfrm>
              <a:off x="961736" y="1701547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217108"/>
                  </a:moveTo>
                  <a:lnTo>
                    <a:pt x="54276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1487211" y="1691022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0" y="0"/>
                  </a:moveTo>
                  <a:lnTo>
                    <a:pt x="3195" y="5262"/>
                  </a:lnTo>
                  <a:lnTo>
                    <a:pt x="16915" y="9585"/>
                  </a:lnTo>
                  <a:lnTo>
                    <a:pt x="20110" y="9397"/>
                  </a:lnTo>
                  <a:lnTo>
                    <a:pt x="17667" y="11465"/>
                  </a:lnTo>
                  <a:lnTo>
                    <a:pt x="10713" y="24057"/>
                  </a:lnTo>
                  <a:lnTo>
                    <a:pt x="12028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968038" y="1951359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90" h="120000" extrusionOk="0">
                  <a:moveTo>
                    <a:pt x="0" y="0"/>
                  </a:moveTo>
                  <a:lnTo>
                    <a:pt x="52910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1484996" y="1935164"/>
              <a:ext cx="15240" cy="32384"/>
            </a:xfrm>
            <a:custGeom>
              <a:avLst/>
              <a:gdLst/>
              <a:ahLst/>
              <a:cxnLst/>
              <a:rect l="l" t="t" r="r" b="b"/>
              <a:pathLst>
                <a:path w="15240" h="32385" extrusionOk="0">
                  <a:moveTo>
                    <a:pt x="0" y="0"/>
                  </a:moveTo>
                  <a:lnTo>
                    <a:pt x="1012" y="6073"/>
                  </a:lnTo>
                  <a:lnTo>
                    <a:pt x="12146" y="15183"/>
                  </a:lnTo>
                  <a:lnTo>
                    <a:pt x="15182" y="16195"/>
                  </a:lnTo>
                  <a:lnTo>
                    <a:pt x="12146" y="17207"/>
                  </a:lnTo>
                  <a:lnTo>
                    <a:pt x="1012" y="26317"/>
                  </a:lnTo>
                  <a:lnTo>
                    <a:pt x="0" y="323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961736" y="1984063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0"/>
                  </a:moveTo>
                  <a:lnTo>
                    <a:pt x="542767" y="217108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1487211" y="2181624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12028" y="0"/>
                  </a:moveTo>
                  <a:lnTo>
                    <a:pt x="10713" y="6014"/>
                  </a:lnTo>
                  <a:lnTo>
                    <a:pt x="17667" y="18607"/>
                  </a:lnTo>
                  <a:lnTo>
                    <a:pt x="20110" y="20674"/>
                  </a:lnTo>
                  <a:lnTo>
                    <a:pt x="16915" y="20486"/>
                  </a:lnTo>
                  <a:lnTo>
                    <a:pt x="3195" y="24809"/>
                  </a:lnTo>
                  <a:lnTo>
                    <a:pt x="0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948736" y="2006368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0"/>
                  </a:moveTo>
                  <a:lnTo>
                    <a:pt x="570947" y="45675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1500083" y="2442892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20232" y="0"/>
                  </a:moveTo>
                  <a:lnTo>
                    <a:pt x="17229" y="5374"/>
                  </a:lnTo>
                  <a:lnTo>
                    <a:pt x="20232" y="19442"/>
                  </a:lnTo>
                  <a:lnTo>
                    <a:pt x="21971" y="22129"/>
                  </a:lnTo>
                  <a:lnTo>
                    <a:pt x="18968" y="21023"/>
                  </a:lnTo>
                  <a:lnTo>
                    <a:pt x="4584" y="21181"/>
                  </a:lnTo>
                  <a:lnTo>
                    <a:pt x="0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936348" y="2019008"/>
              <a:ext cx="598170" cy="717550"/>
            </a:xfrm>
            <a:custGeom>
              <a:avLst/>
              <a:gdLst/>
              <a:ahLst/>
              <a:cxnLst/>
              <a:rect l="l" t="t" r="r" b="b"/>
              <a:pathLst>
                <a:path w="598169" h="717550" extrusionOk="0">
                  <a:moveTo>
                    <a:pt x="0" y="0"/>
                  </a:moveTo>
                  <a:lnTo>
                    <a:pt x="597801" y="7173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1513934" y="2716670"/>
              <a:ext cx="25400" cy="22225"/>
            </a:xfrm>
            <a:custGeom>
              <a:avLst/>
              <a:gdLst/>
              <a:ahLst/>
              <a:cxnLst/>
              <a:rect l="l" t="t" r="r" b="b"/>
              <a:pathLst>
                <a:path w="25400" h="22225" extrusionOk="0">
                  <a:moveTo>
                    <a:pt x="24881" y="0"/>
                  </a:moveTo>
                  <a:lnTo>
                    <a:pt x="20864" y="4665"/>
                  </a:lnTo>
                  <a:lnTo>
                    <a:pt x="20993" y="19050"/>
                  </a:lnTo>
                  <a:lnTo>
                    <a:pt x="22160" y="22030"/>
                  </a:lnTo>
                  <a:lnTo>
                    <a:pt x="19439" y="20345"/>
                  </a:lnTo>
                  <a:lnTo>
                    <a:pt x="5313" y="17624"/>
                  </a:lnTo>
                  <a:lnTo>
                    <a:pt x="0" y="2073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926646" y="2026035"/>
              <a:ext cx="619125" cy="990600"/>
            </a:xfrm>
            <a:custGeom>
              <a:avLst/>
              <a:gdLst/>
              <a:ahLst/>
              <a:cxnLst/>
              <a:rect l="l" t="t" r="r" b="b"/>
              <a:pathLst>
                <a:path w="619125" h="990600" extrusionOk="0">
                  <a:moveTo>
                    <a:pt x="0" y="0"/>
                  </a:moveTo>
                  <a:lnTo>
                    <a:pt x="618833" y="99012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1525309" y="2997282"/>
              <a:ext cx="27940" cy="21590"/>
            </a:xfrm>
            <a:custGeom>
              <a:avLst/>
              <a:gdLst/>
              <a:ahLst/>
              <a:cxnLst/>
              <a:rect l="l" t="t" r="r" b="b"/>
              <a:pathLst>
                <a:path w="27940" h="21589" extrusionOk="0">
                  <a:moveTo>
                    <a:pt x="27466" y="0"/>
                  </a:moveTo>
                  <a:lnTo>
                    <a:pt x="22853" y="4077"/>
                  </a:lnTo>
                  <a:lnTo>
                    <a:pt x="21028" y="18346"/>
                  </a:lnTo>
                  <a:lnTo>
                    <a:pt x="21779" y="21457"/>
                  </a:lnTo>
                  <a:lnTo>
                    <a:pt x="19312" y="19419"/>
                  </a:lnTo>
                  <a:lnTo>
                    <a:pt x="5686" y="14806"/>
                  </a:lnTo>
                  <a:lnTo>
                    <a:pt x="0" y="1716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948736" y="1727596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456756"/>
                  </a:moveTo>
                  <a:lnTo>
                    <a:pt x="57094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1500083" y="1722538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0" y="0"/>
                  </a:moveTo>
                  <a:lnTo>
                    <a:pt x="4584" y="4109"/>
                  </a:lnTo>
                  <a:lnTo>
                    <a:pt x="18968" y="4267"/>
                  </a:lnTo>
                  <a:lnTo>
                    <a:pt x="21971" y="3161"/>
                  </a:lnTo>
                  <a:lnTo>
                    <a:pt x="20232" y="5848"/>
                  </a:lnTo>
                  <a:lnTo>
                    <a:pt x="17229" y="19916"/>
                  </a:lnTo>
                  <a:lnTo>
                    <a:pt x="20232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961736" y="1989551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217107"/>
                  </a:moveTo>
                  <a:lnTo>
                    <a:pt x="54276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1487211" y="1979025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0" y="0"/>
                  </a:moveTo>
                  <a:lnTo>
                    <a:pt x="3195" y="5262"/>
                  </a:lnTo>
                  <a:lnTo>
                    <a:pt x="16915" y="9585"/>
                  </a:lnTo>
                  <a:lnTo>
                    <a:pt x="20110" y="9397"/>
                  </a:lnTo>
                  <a:lnTo>
                    <a:pt x="17667" y="11465"/>
                  </a:lnTo>
                  <a:lnTo>
                    <a:pt x="10713" y="24057"/>
                  </a:lnTo>
                  <a:lnTo>
                    <a:pt x="12028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968038" y="2239363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90" h="120000" extrusionOk="0">
                  <a:moveTo>
                    <a:pt x="0" y="0"/>
                  </a:moveTo>
                  <a:lnTo>
                    <a:pt x="52910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1484996" y="2223167"/>
              <a:ext cx="15240" cy="32384"/>
            </a:xfrm>
            <a:custGeom>
              <a:avLst/>
              <a:gdLst/>
              <a:ahLst/>
              <a:cxnLst/>
              <a:rect l="l" t="t" r="r" b="b"/>
              <a:pathLst>
                <a:path w="15240" h="32385" extrusionOk="0">
                  <a:moveTo>
                    <a:pt x="0" y="0"/>
                  </a:moveTo>
                  <a:lnTo>
                    <a:pt x="1012" y="6073"/>
                  </a:lnTo>
                  <a:lnTo>
                    <a:pt x="12146" y="15183"/>
                  </a:lnTo>
                  <a:lnTo>
                    <a:pt x="15182" y="16195"/>
                  </a:lnTo>
                  <a:lnTo>
                    <a:pt x="12146" y="17207"/>
                  </a:lnTo>
                  <a:lnTo>
                    <a:pt x="1012" y="26317"/>
                  </a:lnTo>
                  <a:lnTo>
                    <a:pt x="0" y="323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961736" y="2272066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0"/>
                  </a:moveTo>
                  <a:lnTo>
                    <a:pt x="542767" y="217108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1487211" y="2469627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12028" y="0"/>
                  </a:moveTo>
                  <a:lnTo>
                    <a:pt x="10713" y="6014"/>
                  </a:lnTo>
                  <a:lnTo>
                    <a:pt x="17667" y="18607"/>
                  </a:lnTo>
                  <a:lnTo>
                    <a:pt x="20110" y="20674"/>
                  </a:lnTo>
                  <a:lnTo>
                    <a:pt x="16915" y="20486"/>
                  </a:lnTo>
                  <a:lnTo>
                    <a:pt x="3195" y="24809"/>
                  </a:lnTo>
                  <a:lnTo>
                    <a:pt x="0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948736" y="2294372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0"/>
                  </a:moveTo>
                  <a:lnTo>
                    <a:pt x="570947" y="45675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1500083" y="2730896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20232" y="0"/>
                  </a:moveTo>
                  <a:lnTo>
                    <a:pt x="17229" y="5374"/>
                  </a:lnTo>
                  <a:lnTo>
                    <a:pt x="20232" y="19442"/>
                  </a:lnTo>
                  <a:lnTo>
                    <a:pt x="21971" y="22129"/>
                  </a:lnTo>
                  <a:lnTo>
                    <a:pt x="18968" y="21023"/>
                  </a:lnTo>
                  <a:lnTo>
                    <a:pt x="4584" y="21181"/>
                  </a:lnTo>
                  <a:lnTo>
                    <a:pt x="0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936348" y="2307011"/>
              <a:ext cx="598170" cy="717550"/>
            </a:xfrm>
            <a:custGeom>
              <a:avLst/>
              <a:gdLst/>
              <a:ahLst/>
              <a:cxnLst/>
              <a:rect l="l" t="t" r="r" b="b"/>
              <a:pathLst>
                <a:path w="598169" h="717550" extrusionOk="0">
                  <a:moveTo>
                    <a:pt x="0" y="0"/>
                  </a:moveTo>
                  <a:lnTo>
                    <a:pt x="597801" y="7173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1513934" y="3004674"/>
              <a:ext cx="25400" cy="22225"/>
            </a:xfrm>
            <a:custGeom>
              <a:avLst/>
              <a:gdLst/>
              <a:ahLst/>
              <a:cxnLst/>
              <a:rect l="l" t="t" r="r" b="b"/>
              <a:pathLst>
                <a:path w="25400" h="22225" extrusionOk="0">
                  <a:moveTo>
                    <a:pt x="24881" y="0"/>
                  </a:moveTo>
                  <a:lnTo>
                    <a:pt x="20864" y="4665"/>
                  </a:lnTo>
                  <a:lnTo>
                    <a:pt x="20993" y="19050"/>
                  </a:lnTo>
                  <a:lnTo>
                    <a:pt x="22160" y="22030"/>
                  </a:lnTo>
                  <a:lnTo>
                    <a:pt x="19439" y="20345"/>
                  </a:lnTo>
                  <a:lnTo>
                    <a:pt x="5313" y="17624"/>
                  </a:lnTo>
                  <a:lnTo>
                    <a:pt x="0" y="2073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936348" y="1742357"/>
              <a:ext cx="598170" cy="717550"/>
            </a:xfrm>
            <a:custGeom>
              <a:avLst/>
              <a:gdLst/>
              <a:ahLst/>
              <a:cxnLst/>
              <a:rect l="l" t="t" r="r" b="b"/>
              <a:pathLst>
                <a:path w="598169" h="717550" extrusionOk="0">
                  <a:moveTo>
                    <a:pt x="0" y="717360"/>
                  </a:moveTo>
                  <a:lnTo>
                    <a:pt x="597801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1513934" y="1740024"/>
              <a:ext cx="25400" cy="22225"/>
            </a:xfrm>
            <a:custGeom>
              <a:avLst/>
              <a:gdLst/>
              <a:ahLst/>
              <a:cxnLst/>
              <a:rect l="l" t="t" r="r" b="b"/>
              <a:pathLst>
                <a:path w="25400" h="22225" extrusionOk="0">
                  <a:moveTo>
                    <a:pt x="0" y="1295"/>
                  </a:moveTo>
                  <a:lnTo>
                    <a:pt x="5313" y="4406"/>
                  </a:lnTo>
                  <a:lnTo>
                    <a:pt x="19439" y="1684"/>
                  </a:lnTo>
                  <a:lnTo>
                    <a:pt x="22160" y="0"/>
                  </a:lnTo>
                  <a:lnTo>
                    <a:pt x="20993" y="2980"/>
                  </a:lnTo>
                  <a:lnTo>
                    <a:pt x="20864" y="17365"/>
                  </a:lnTo>
                  <a:lnTo>
                    <a:pt x="24881" y="2203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948736" y="201560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456756"/>
                  </a:moveTo>
                  <a:lnTo>
                    <a:pt x="57094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1500083" y="2010542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0" y="0"/>
                  </a:moveTo>
                  <a:lnTo>
                    <a:pt x="4584" y="4109"/>
                  </a:lnTo>
                  <a:lnTo>
                    <a:pt x="18968" y="4267"/>
                  </a:lnTo>
                  <a:lnTo>
                    <a:pt x="21971" y="3161"/>
                  </a:lnTo>
                  <a:lnTo>
                    <a:pt x="20232" y="5848"/>
                  </a:lnTo>
                  <a:lnTo>
                    <a:pt x="17229" y="19916"/>
                  </a:lnTo>
                  <a:lnTo>
                    <a:pt x="20232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961736" y="2277554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217108"/>
                  </a:moveTo>
                  <a:lnTo>
                    <a:pt x="54276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1487211" y="2267029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0" y="0"/>
                  </a:moveTo>
                  <a:lnTo>
                    <a:pt x="3195" y="5262"/>
                  </a:lnTo>
                  <a:lnTo>
                    <a:pt x="16915" y="9585"/>
                  </a:lnTo>
                  <a:lnTo>
                    <a:pt x="20110" y="9397"/>
                  </a:lnTo>
                  <a:lnTo>
                    <a:pt x="17667" y="11465"/>
                  </a:lnTo>
                  <a:lnTo>
                    <a:pt x="10713" y="24057"/>
                  </a:lnTo>
                  <a:lnTo>
                    <a:pt x="12028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968038" y="2527366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90" h="120000" extrusionOk="0">
                  <a:moveTo>
                    <a:pt x="0" y="0"/>
                  </a:moveTo>
                  <a:lnTo>
                    <a:pt x="52910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1484996" y="2511171"/>
              <a:ext cx="15240" cy="32384"/>
            </a:xfrm>
            <a:custGeom>
              <a:avLst/>
              <a:gdLst/>
              <a:ahLst/>
              <a:cxnLst/>
              <a:rect l="l" t="t" r="r" b="b"/>
              <a:pathLst>
                <a:path w="15240" h="32385" extrusionOk="0">
                  <a:moveTo>
                    <a:pt x="0" y="0"/>
                  </a:moveTo>
                  <a:lnTo>
                    <a:pt x="1012" y="6073"/>
                  </a:lnTo>
                  <a:lnTo>
                    <a:pt x="12146" y="15183"/>
                  </a:lnTo>
                  <a:lnTo>
                    <a:pt x="15182" y="16195"/>
                  </a:lnTo>
                  <a:lnTo>
                    <a:pt x="12146" y="17207"/>
                  </a:lnTo>
                  <a:lnTo>
                    <a:pt x="1012" y="26317"/>
                  </a:lnTo>
                  <a:lnTo>
                    <a:pt x="0" y="323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961736" y="2560070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0"/>
                  </a:moveTo>
                  <a:lnTo>
                    <a:pt x="542767" y="217108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1487211" y="2757631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12028" y="0"/>
                  </a:moveTo>
                  <a:lnTo>
                    <a:pt x="10713" y="6014"/>
                  </a:lnTo>
                  <a:lnTo>
                    <a:pt x="17667" y="18607"/>
                  </a:lnTo>
                  <a:lnTo>
                    <a:pt x="20110" y="20674"/>
                  </a:lnTo>
                  <a:lnTo>
                    <a:pt x="16915" y="20486"/>
                  </a:lnTo>
                  <a:lnTo>
                    <a:pt x="3195" y="24809"/>
                  </a:lnTo>
                  <a:lnTo>
                    <a:pt x="0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948736" y="2582376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0"/>
                  </a:moveTo>
                  <a:lnTo>
                    <a:pt x="570947" y="45675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1500083" y="3018899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20232" y="0"/>
                  </a:moveTo>
                  <a:lnTo>
                    <a:pt x="17229" y="5374"/>
                  </a:lnTo>
                  <a:lnTo>
                    <a:pt x="20232" y="19442"/>
                  </a:lnTo>
                  <a:lnTo>
                    <a:pt x="21971" y="22129"/>
                  </a:lnTo>
                  <a:lnTo>
                    <a:pt x="18968" y="21023"/>
                  </a:lnTo>
                  <a:lnTo>
                    <a:pt x="4584" y="21181"/>
                  </a:lnTo>
                  <a:lnTo>
                    <a:pt x="0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926646" y="1750564"/>
              <a:ext cx="619125" cy="990600"/>
            </a:xfrm>
            <a:custGeom>
              <a:avLst/>
              <a:gdLst/>
              <a:ahLst/>
              <a:cxnLst/>
              <a:rect l="l" t="t" r="r" b="b"/>
              <a:pathLst>
                <a:path w="619125" h="990600" extrusionOk="0">
                  <a:moveTo>
                    <a:pt x="0" y="990129"/>
                  </a:moveTo>
                  <a:lnTo>
                    <a:pt x="61883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1525309" y="1747989"/>
              <a:ext cx="27940" cy="21590"/>
            </a:xfrm>
            <a:custGeom>
              <a:avLst/>
              <a:gdLst/>
              <a:ahLst/>
              <a:cxnLst/>
              <a:rect l="l" t="t" r="r" b="b"/>
              <a:pathLst>
                <a:path w="27940" h="21589" extrusionOk="0">
                  <a:moveTo>
                    <a:pt x="0" y="4291"/>
                  </a:moveTo>
                  <a:lnTo>
                    <a:pt x="5686" y="6651"/>
                  </a:lnTo>
                  <a:lnTo>
                    <a:pt x="19312" y="2038"/>
                  </a:lnTo>
                  <a:lnTo>
                    <a:pt x="21779" y="0"/>
                  </a:lnTo>
                  <a:lnTo>
                    <a:pt x="21028" y="3111"/>
                  </a:lnTo>
                  <a:lnTo>
                    <a:pt x="22853" y="17380"/>
                  </a:lnTo>
                  <a:lnTo>
                    <a:pt x="27466" y="21457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936348" y="2030360"/>
              <a:ext cx="598170" cy="717550"/>
            </a:xfrm>
            <a:custGeom>
              <a:avLst/>
              <a:gdLst/>
              <a:ahLst/>
              <a:cxnLst/>
              <a:rect l="l" t="t" r="r" b="b"/>
              <a:pathLst>
                <a:path w="598169" h="717550" extrusionOk="0">
                  <a:moveTo>
                    <a:pt x="0" y="717360"/>
                  </a:moveTo>
                  <a:lnTo>
                    <a:pt x="597801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1513934" y="2028028"/>
              <a:ext cx="25400" cy="22225"/>
            </a:xfrm>
            <a:custGeom>
              <a:avLst/>
              <a:gdLst/>
              <a:ahLst/>
              <a:cxnLst/>
              <a:rect l="l" t="t" r="r" b="b"/>
              <a:pathLst>
                <a:path w="25400" h="22225" extrusionOk="0">
                  <a:moveTo>
                    <a:pt x="0" y="1295"/>
                  </a:moveTo>
                  <a:lnTo>
                    <a:pt x="5313" y="4406"/>
                  </a:lnTo>
                  <a:lnTo>
                    <a:pt x="19439" y="1684"/>
                  </a:lnTo>
                  <a:lnTo>
                    <a:pt x="22160" y="0"/>
                  </a:lnTo>
                  <a:lnTo>
                    <a:pt x="20993" y="2980"/>
                  </a:lnTo>
                  <a:lnTo>
                    <a:pt x="20864" y="17365"/>
                  </a:lnTo>
                  <a:lnTo>
                    <a:pt x="24881" y="2203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948736" y="2303604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456756"/>
                  </a:moveTo>
                  <a:lnTo>
                    <a:pt x="57094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1500083" y="2298546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0" y="0"/>
                  </a:moveTo>
                  <a:lnTo>
                    <a:pt x="4584" y="4109"/>
                  </a:lnTo>
                  <a:lnTo>
                    <a:pt x="18968" y="4267"/>
                  </a:lnTo>
                  <a:lnTo>
                    <a:pt x="21971" y="3161"/>
                  </a:lnTo>
                  <a:lnTo>
                    <a:pt x="20232" y="5848"/>
                  </a:lnTo>
                  <a:lnTo>
                    <a:pt x="17229" y="19916"/>
                  </a:lnTo>
                  <a:lnTo>
                    <a:pt x="20232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961736" y="2565558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217107"/>
                  </a:moveTo>
                  <a:lnTo>
                    <a:pt x="54276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1487211" y="2555033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0" y="0"/>
                  </a:moveTo>
                  <a:lnTo>
                    <a:pt x="3195" y="5262"/>
                  </a:lnTo>
                  <a:lnTo>
                    <a:pt x="16915" y="9585"/>
                  </a:lnTo>
                  <a:lnTo>
                    <a:pt x="20110" y="9397"/>
                  </a:lnTo>
                  <a:lnTo>
                    <a:pt x="17667" y="11465"/>
                  </a:lnTo>
                  <a:lnTo>
                    <a:pt x="10713" y="24057"/>
                  </a:lnTo>
                  <a:lnTo>
                    <a:pt x="12028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968038" y="2815370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90" h="120000" extrusionOk="0">
                  <a:moveTo>
                    <a:pt x="0" y="0"/>
                  </a:moveTo>
                  <a:lnTo>
                    <a:pt x="52910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5" name="Google Shape;635;p23"/>
            <p:cNvSpPr/>
            <p:nvPr/>
          </p:nvSpPr>
          <p:spPr>
            <a:xfrm>
              <a:off x="1484996" y="2799175"/>
              <a:ext cx="15240" cy="32384"/>
            </a:xfrm>
            <a:custGeom>
              <a:avLst/>
              <a:gdLst/>
              <a:ahLst/>
              <a:cxnLst/>
              <a:rect l="l" t="t" r="r" b="b"/>
              <a:pathLst>
                <a:path w="15240" h="32385" extrusionOk="0">
                  <a:moveTo>
                    <a:pt x="0" y="0"/>
                  </a:moveTo>
                  <a:lnTo>
                    <a:pt x="1012" y="6073"/>
                  </a:lnTo>
                  <a:lnTo>
                    <a:pt x="12146" y="15183"/>
                  </a:lnTo>
                  <a:lnTo>
                    <a:pt x="15182" y="16195"/>
                  </a:lnTo>
                  <a:lnTo>
                    <a:pt x="12146" y="17207"/>
                  </a:lnTo>
                  <a:lnTo>
                    <a:pt x="1012" y="26317"/>
                  </a:lnTo>
                  <a:lnTo>
                    <a:pt x="0" y="323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6" name="Google Shape;636;p23"/>
            <p:cNvSpPr/>
            <p:nvPr/>
          </p:nvSpPr>
          <p:spPr>
            <a:xfrm>
              <a:off x="961736" y="2848073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0"/>
                  </a:moveTo>
                  <a:lnTo>
                    <a:pt x="542767" y="217108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1487211" y="3045635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12028" y="0"/>
                  </a:moveTo>
                  <a:lnTo>
                    <a:pt x="10713" y="6014"/>
                  </a:lnTo>
                  <a:lnTo>
                    <a:pt x="17667" y="18607"/>
                  </a:lnTo>
                  <a:lnTo>
                    <a:pt x="20110" y="20674"/>
                  </a:lnTo>
                  <a:lnTo>
                    <a:pt x="16915" y="20486"/>
                  </a:lnTo>
                  <a:lnTo>
                    <a:pt x="3195" y="24809"/>
                  </a:lnTo>
                  <a:lnTo>
                    <a:pt x="0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pic>
          <p:nvPicPr>
            <p:cNvPr id="638" name="Google Shape;638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233955" y="1865320"/>
              <a:ext cx="172076" cy="1720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9" name="Google Shape;639;p23"/>
          <p:cNvSpPr txBox="1"/>
          <p:nvPr/>
        </p:nvSpPr>
        <p:spPr>
          <a:xfrm>
            <a:off x="3539849" y="2935198"/>
            <a:ext cx="271770" cy="38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22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06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0" name="Google Shape;640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43340" y="3413293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23"/>
          <p:cNvSpPr txBox="1"/>
          <p:nvPr/>
        </p:nvSpPr>
        <p:spPr>
          <a:xfrm>
            <a:off x="3539849" y="3391707"/>
            <a:ext cx="271770" cy="38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22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06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2" name="Google Shape;642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43340" y="3869814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3"/>
          <p:cNvSpPr txBox="1"/>
          <p:nvPr/>
        </p:nvSpPr>
        <p:spPr>
          <a:xfrm>
            <a:off x="3539849" y="3847282"/>
            <a:ext cx="271770" cy="38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22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06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4" name="Google Shape;644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43340" y="4326337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23"/>
          <p:cNvSpPr txBox="1"/>
          <p:nvPr/>
        </p:nvSpPr>
        <p:spPr>
          <a:xfrm>
            <a:off x="3539849" y="4304742"/>
            <a:ext cx="271770" cy="38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22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06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6" name="Google Shape;646;p23"/>
          <p:cNvSpPr txBox="1"/>
          <p:nvPr/>
        </p:nvSpPr>
        <p:spPr>
          <a:xfrm>
            <a:off x="1400736" y="2286262"/>
            <a:ext cx="2973364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34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Encoder	                Decoder</a:t>
            </a:r>
            <a:endParaRPr sz="134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47" name="Google Shape;647;p23"/>
          <p:cNvGrpSpPr/>
          <p:nvPr/>
        </p:nvGrpSpPr>
        <p:grpSpPr>
          <a:xfrm>
            <a:off x="2612397" y="2688469"/>
            <a:ext cx="993245" cy="2179030"/>
            <a:chOff x="1646656" y="1696059"/>
            <a:chExt cx="626603" cy="1374672"/>
          </a:xfrm>
        </p:grpSpPr>
        <p:sp>
          <p:nvSpPr>
            <p:cNvPr id="648" name="Google Shape;648;p23"/>
            <p:cNvSpPr/>
            <p:nvPr/>
          </p:nvSpPr>
          <p:spPr>
            <a:xfrm>
              <a:off x="1681745" y="1696059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0"/>
                  </a:moveTo>
                  <a:lnTo>
                    <a:pt x="542767" y="217107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2207220" y="1893620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12028" y="0"/>
                  </a:moveTo>
                  <a:lnTo>
                    <a:pt x="10713" y="6014"/>
                  </a:lnTo>
                  <a:lnTo>
                    <a:pt x="17667" y="18607"/>
                  </a:lnTo>
                  <a:lnTo>
                    <a:pt x="20110" y="20674"/>
                  </a:lnTo>
                  <a:lnTo>
                    <a:pt x="16915" y="20486"/>
                  </a:lnTo>
                  <a:lnTo>
                    <a:pt x="3195" y="24809"/>
                  </a:lnTo>
                  <a:lnTo>
                    <a:pt x="0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1668745" y="1718365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0"/>
                  </a:moveTo>
                  <a:lnTo>
                    <a:pt x="570947" y="45675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2220092" y="2154888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20232" y="0"/>
                  </a:moveTo>
                  <a:lnTo>
                    <a:pt x="17229" y="5374"/>
                  </a:lnTo>
                  <a:lnTo>
                    <a:pt x="20232" y="19442"/>
                  </a:lnTo>
                  <a:lnTo>
                    <a:pt x="21971" y="22129"/>
                  </a:lnTo>
                  <a:lnTo>
                    <a:pt x="18968" y="21023"/>
                  </a:lnTo>
                  <a:lnTo>
                    <a:pt x="4584" y="21181"/>
                  </a:lnTo>
                  <a:lnTo>
                    <a:pt x="0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2" name="Google Shape;652;p23"/>
            <p:cNvSpPr/>
            <p:nvPr/>
          </p:nvSpPr>
          <p:spPr>
            <a:xfrm>
              <a:off x="1656357" y="1731004"/>
              <a:ext cx="598170" cy="717550"/>
            </a:xfrm>
            <a:custGeom>
              <a:avLst/>
              <a:gdLst/>
              <a:ahLst/>
              <a:cxnLst/>
              <a:rect l="l" t="t" r="r" b="b"/>
              <a:pathLst>
                <a:path w="598169" h="717550" extrusionOk="0">
                  <a:moveTo>
                    <a:pt x="0" y="0"/>
                  </a:moveTo>
                  <a:lnTo>
                    <a:pt x="597802" y="7173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2233943" y="2428667"/>
              <a:ext cx="25400" cy="22225"/>
            </a:xfrm>
            <a:custGeom>
              <a:avLst/>
              <a:gdLst/>
              <a:ahLst/>
              <a:cxnLst/>
              <a:rect l="l" t="t" r="r" b="b"/>
              <a:pathLst>
                <a:path w="25400" h="22225" extrusionOk="0">
                  <a:moveTo>
                    <a:pt x="24881" y="0"/>
                  </a:moveTo>
                  <a:lnTo>
                    <a:pt x="20864" y="4665"/>
                  </a:lnTo>
                  <a:lnTo>
                    <a:pt x="20993" y="19050"/>
                  </a:lnTo>
                  <a:lnTo>
                    <a:pt x="22160" y="22030"/>
                  </a:lnTo>
                  <a:lnTo>
                    <a:pt x="19439" y="20345"/>
                  </a:lnTo>
                  <a:lnTo>
                    <a:pt x="5313" y="17624"/>
                  </a:lnTo>
                  <a:lnTo>
                    <a:pt x="0" y="2073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1646656" y="1738032"/>
              <a:ext cx="619125" cy="990600"/>
            </a:xfrm>
            <a:custGeom>
              <a:avLst/>
              <a:gdLst/>
              <a:ahLst/>
              <a:cxnLst/>
              <a:rect l="l" t="t" r="r" b="b"/>
              <a:pathLst>
                <a:path w="619125" h="990600" extrusionOk="0">
                  <a:moveTo>
                    <a:pt x="0" y="0"/>
                  </a:moveTo>
                  <a:lnTo>
                    <a:pt x="618833" y="99012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2245319" y="2709278"/>
              <a:ext cx="27940" cy="21590"/>
            </a:xfrm>
            <a:custGeom>
              <a:avLst/>
              <a:gdLst/>
              <a:ahLst/>
              <a:cxnLst/>
              <a:rect l="l" t="t" r="r" b="b"/>
              <a:pathLst>
                <a:path w="27939" h="21589" extrusionOk="0">
                  <a:moveTo>
                    <a:pt x="27466" y="0"/>
                  </a:moveTo>
                  <a:lnTo>
                    <a:pt x="22853" y="4077"/>
                  </a:lnTo>
                  <a:lnTo>
                    <a:pt x="21028" y="18346"/>
                  </a:lnTo>
                  <a:lnTo>
                    <a:pt x="21779" y="21457"/>
                  </a:lnTo>
                  <a:lnTo>
                    <a:pt x="19312" y="19419"/>
                  </a:lnTo>
                  <a:lnTo>
                    <a:pt x="5686" y="14806"/>
                  </a:lnTo>
                  <a:lnTo>
                    <a:pt x="0" y="1716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1688047" y="1951359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89" h="120000" extrusionOk="0">
                  <a:moveTo>
                    <a:pt x="0" y="0"/>
                  </a:moveTo>
                  <a:lnTo>
                    <a:pt x="52910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7" name="Google Shape;657;p23"/>
            <p:cNvSpPr/>
            <p:nvPr/>
          </p:nvSpPr>
          <p:spPr>
            <a:xfrm>
              <a:off x="2205006" y="1935164"/>
              <a:ext cx="15240" cy="32384"/>
            </a:xfrm>
            <a:custGeom>
              <a:avLst/>
              <a:gdLst/>
              <a:ahLst/>
              <a:cxnLst/>
              <a:rect l="l" t="t" r="r" b="b"/>
              <a:pathLst>
                <a:path w="15239" h="32385" extrusionOk="0">
                  <a:moveTo>
                    <a:pt x="0" y="0"/>
                  </a:moveTo>
                  <a:lnTo>
                    <a:pt x="1012" y="6073"/>
                  </a:lnTo>
                  <a:lnTo>
                    <a:pt x="12146" y="15183"/>
                  </a:lnTo>
                  <a:lnTo>
                    <a:pt x="15182" y="16195"/>
                  </a:lnTo>
                  <a:lnTo>
                    <a:pt x="12146" y="17207"/>
                  </a:lnTo>
                  <a:lnTo>
                    <a:pt x="1012" y="26317"/>
                  </a:lnTo>
                  <a:lnTo>
                    <a:pt x="0" y="323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8" name="Google Shape;658;p23"/>
            <p:cNvSpPr/>
            <p:nvPr/>
          </p:nvSpPr>
          <p:spPr>
            <a:xfrm>
              <a:off x="1681745" y="1984063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0"/>
                  </a:moveTo>
                  <a:lnTo>
                    <a:pt x="542767" y="217107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2207220" y="2181624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12028" y="0"/>
                  </a:moveTo>
                  <a:lnTo>
                    <a:pt x="10713" y="6014"/>
                  </a:lnTo>
                  <a:lnTo>
                    <a:pt x="17667" y="18607"/>
                  </a:lnTo>
                  <a:lnTo>
                    <a:pt x="20110" y="20674"/>
                  </a:lnTo>
                  <a:lnTo>
                    <a:pt x="16915" y="20486"/>
                  </a:lnTo>
                  <a:lnTo>
                    <a:pt x="3195" y="24809"/>
                  </a:lnTo>
                  <a:lnTo>
                    <a:pt x="0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1668745" y="2006369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0"/>
                  </a:moveTo>
                  <a:lnTo>
                    <a:pt x="570947" y="45675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1" name="Google Shape;661;p23"/>
            <p:cNvSpPr/>
            <p:nvPr/>
          </p:nvSpPr>
          <p:spPr>
            <a:xfrm>
              <a:off x="2220092" y="2442892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20232" y="0"/>
                  </a:moveTo>
                  <a:lnTo>
                    <a:pt x="17229" y="5374"/>
                  </a:lnTo>
                  <a:lnTo>
                    <a:pt x="20232" y="19442"/>
                  </a:lnTo>
                  <a:lnTo>
                    <a:pt x="21971" y="22129"/>
                  </a:lnTo>
                  <a:lnTo>
                    <a:pt x="18968" y="21023"/>
                  </a:lnTo>
                  <a:lnTo>
                    <a:pt x="4584" y="21181"/>
                  </a:lnTo>
                  <a:lnTo>
                    <a:pt x="0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1656357" y="2019008"/>
              <a:ext cx="598170" cy="717550"/>
            </a:xfrm>
            <a:custGeom>
              <a:avLst/>
              <a:gdLst/>
              <a:ahLst/>
              <a:cxnLst/>
              <a:rect l="l" t="t" r="r" b="b"/>
              <a:pathLst>
                <a:path w="598169" h="717550" extrusionOk="0">
                  <a:moveTo>
                    <a:pt x="0" y="0"/>
                  </a:moveTo>
                  <a:lnTo>
                    <a:pt x="597802" y="7173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3" name="Google Shape;663;p23"/>
            <p:cNvSpPr/>
            <p:nvPr/>
          </p:nvSpPr>
          <p:spPr>
            <a:xfrm>
              <a:off x="2233943" y="2716670"/>
              <a:ext cx="25400" cy="22225"/>
            </a:xfrm>
            <a:custGeom>
              <a:avLst/>
              <a:gdLst/>
              <a:ahLst/>
              <a:cxnLst/>
              <a:rect l="l" t="t" r="r" b="b"/>
              <a:pathLst>
                <a:path w="25400" h="22225" extrusionOk="0">
                  <a:moveTo>
                    <a:pt x="24881" y="0"/>
                  </a:moveTo>
                  <a:lnTo>
                    <a:pt x="20864" y="4665"/>
                  </a:lnTo>
                  <a:lnTo>
                    <a:pt x="20993" y="19050"/>
                  </a:lnTo>
                  <a:lnTo>
                    <a:pt x="22160" y="22030"/>
                  </a:lnTo>
                  <a:lnTo>
                    <a:pt x="19439" y="20345"/>
                  </a:lnTo>
                  <a:lnTo>
                    <a:pt x="5313" y="17624"/>
                  </a:lnTo>
                  <a:lnTo>
                    <a:pt x="0" y="2073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4" name="Google Shape;664;p23"/>
            <p:cNvSpPr/>
            <p:nvPr/>
          </p:nvSpPr>
          <p:spPr>
            <a:xfrm>
              <a:off x="1681745" y="1989551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217108"/>
                  </a:moveTo>
                  <a:lnTo>
                    <a:pt x="54276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2207220" y="1979025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0" y="0"/>
                  </a:moveTo>
                  <a:lnTo>
                    <a:pt x="3195" y="5262"/>
                  </a:lnTo>
                  <a:lnTo>
                    <a:pt x="16915" y="9585"/>
                  </a:lnTo>
                  <a:lnTo>
                    <a:pt x="20110" y="9397"/>
                  </a:lnTo>
                  <a:lnTo>
                    <a:pt x="17667" y="11465"/>
                  </a:lnTo>
                  <a:lnTo>
                    <a:pt x="10713" y="24057"/>
                  </a:lnTo>
                  <a:lnTo>
                    <a:pt x="12028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6" name="Google Shape;666;p23"/>
            <p:cNvSpPr/>
            <p:nvPr/>
          </p:nvSpPr>
          <p:spPr>
            <a:xfrm>
              <a:off x="1688047" y="2239363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89" h="120000" extrusionOk="0">
                  <a:moveTo>
                    <a:pt x="0" y="0"/>
                  </a:moveTo>
                  <a:lnTo>
                    <a:pt x="52910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7" name="Google Shape;667;p23"/>
            <p:cNvSpPr/>
            <p:nvPr/>
          </p:nvSpPr>
          <p:spPr>
            <a:xfrm>
              <a:off x="2205006" y="2223167"/>
              <a:ext cx="15240" cy="32384"/>
            </a:xfrm>
            <a:custGeom>
              <a:avLst/>
              <a:gdLst/>
              <a:ahLst/>
              <a:cxnLst/>
              <a:rect l="l" t="t" r="r" b="b"/>
              <a:pathLst>
                <a:path w="15239" h="32385" extrusionOk="0">
                  <a:moveTo>
                    <a:pt x="0" y="0"/>
                  </a:moveTo>
                  <a:lnTo>
                    <a:pt x="1012" y="6073"/>
                  </a:lnTo>
                  <a:lnTo>
                    <a:pt x="12146" y="15183"/>
                  </a:lnTo>
                  <a:lnTo>
                    <a:pt x="15182" y="16195"/>
                  </a:lnTo>
                  <a:lnTo>
                    <a:pt x="12146" y="17207"/>
                  </a:lnTo>
                  <a:lnTo>
                    <a:pt x="1012" y="26317"/>
                  </a:lnTo>
                  <a:lnTo>
                    <a:pt x="0" y="323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8" name="Google Shape;668;p23"/>
            <p:cNvSpPr/>
            <p:nvPr/>
          </p:nvSpPr>
          <p:spPr>
            <a:xfrm>
              <a:off x="1681745" y="2272066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0"/>
                  </a:moveTo>
                  <a:lnTo>
                    <a:pt x="542767" y="217107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9" name="Google Shape;669;p23"/>
            <p:cNvSpPr/>
            <p:nvPr/>
          </p:nvSpPr>
          <p:spPr>
            <a:xfrm>
              <a:off x="2207220" y="2469627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12028" y="0"/>
                  </a:moveTo>
                  <a:lnTo>
                    <a:pt x="10713" y="6014"/>
                  </a:lnTo>
                  <a:lnTo>
                    <a:pt x="17667" y="18607"/>
                  </a:lnTo>
                  <a:lnTo>
                    <a:pt x="20110" y="20674"/>
                  </a:lnTo>
                  <a:lnTo>
                    <a:pt x="16915" y="20486"/>
                  </a:lnTo>
                  <a:lnTo>
                    <a:pt x="3195" y="24809"/>
                  </a:lnTo>
                  <a:lnTo>
                    <a:pt x="0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0" name="Google Shape;670;p23"/>
            <p:cNvSpPr/>
            <p:nvPr/>
          </p:nvSpPr>
          <p:spPr>
            <a:xfrm>
              <a:off x="1668745" y="2294372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0"/>
                  </a:moveTo>
                  <a:lnTo>
                    <a:pt x="570947" y="45675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1" name="Google Shape;671;p23"/>
            <p:cNvSpPr/>
            <p:nvPr/>
          </p:nvSpPr>
          <p:spPr>
            <a:xfrm>
              <a:off x="2220092" y="2730896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20232" y="0"/>
                  </a:moveTo>
                  <a:lnTo>
                    <a:pt x="17229" y="5374"/>
                  </a:lnTo>
                  <a:lnTo>
                    <a:pt x="20232" y="19442"/>
                  </a:lnTo>
                  <a:lnTo>
                    <a:pt x="21971" y="22129"/>
                  </a:lnTo>
                  <a:lnTo>
                    <a:pt x="18968" y="21023"/>
                  </a:lnTo>
                  <a:lnTo>
                    <a:pt x="4584" y="21181"/>
                  </a:lnTo>
                  <a:lnTo>
                    <a:pt x="0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2" name="Google Shape;672;p23"/>
            <p:cNvSpPr/>
            <p:nvPr/>
          </p:nvSpPr>
          <p:spPr>
            <a:xfrm>
              <a:off x="1668745" y="201560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456756"/>
                  </a:moveTo>
                  <a:lnTo>
                    <a:pt x="57094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3" name="Google Shape;673;p23"/>
            <p:cNvSpPr/>
            <p:nvPr/>
          </p:nvSpPr>
          <p:spPr>
            <a:xfrm>
              <a:off x="2220092" y="2010542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0" y="0"/>
                  </a:moveTo>
                  <a:lnTo>
                    <a:pt x="4584" y="4109"/>
                  </a:lnTo>
                  <a:lnTo>
                    <a:pt x="18968" y="4267"/>
                  </a:lnTo>
                  <a:lnTo>
                    <a:pt x="21971" y="3161"/>
                  </a:lnTo>
                  <a:lnTo>
                    <a:pt x="20232" y="5848"/>
                  </a:lnTo>
                  <a:lnTo>
                    <a:pt x="17229" y="19916"/>
                  </a:lnTo>
                  <a:lnTo>
                    <a:pt x="20232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4" name="Google Shape;674;p23"/>
            <p:cNvSpPr/>
            <p:nvPr/>
          </p:nvSpPr>
          <p:spPr>
            <a:xfrm>
              <a:off x="1681745" y="2277554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217108"/>
                  </a:moveTo>
                  <a:lnTo>
                    <a:pt x="54276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5" name="Google Shape;675;p23"/>
            <p:cNvSpPr/>
            <p:nvPr/>
          </p:nvSpPr>
          <p:spPr>
            <a:xfrm>
              <a:off x="2207220" y="2267029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0" y="0"/>
                  </a:moveTo>
                  <a:lnTo>
                    <a:pt x="3195" y="5262"/>
                  </a:lnTo>
                  <a:lnTo>
                    <a:pt x="16915" y="9585"/>
                  </a:lnTo>
                  <a:lnTo>
                    <a:pt x="20110" y="9397"/>
                  </a:lnTo>
                  <a:lnTo>
                    <a:pt x="17667" y="11465"/>
                  </a:lnTo>
                  <a:lnTo>
                    <a:pt x="10713" y="24057"/>
                  </a:lnTo>
                  <a:lnTo>
                    <a:pt x="12028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6" name="Google Shape;676;p23"/>
            <p:cNvSpPr/>
            <p:nvPr/>
          </p:nvSpPr>
          <p:spPr>
            <a:xfrm>
              <a:off x="1688047" y="2527366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89" h="120000" extrusionOk="0">
                  <a:moveTo>
                    <a:pt x="0" y="0"/>
                  </a:moveTo>
                  <a:lnTo>
                    <a:pt x="52910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7" name="Google Shape;677;p23"/>
            <p:cNvSpPr/>
            <p:nvPr/>
          </p:nvSpPr>
          <p:spPr>
            <a:xfrm>
              <a:off x="2205006" y="2511171"/>
              <a:ext cx="15240" cy="32384"/>
            </a:xfrm>
            <a:custGeom>
              <a:avLst/>
              <a:gdLst/>
              <a:ahLst/>
              <a:cxnLst/>
              <a:rect l="l" t="t" r="r" b="b"/>
              <a:pathLst>
                <a:path w="15239" h="32385" extrusionOk="0">
                  <a:moveTo>
                    <a:pt x="0" y="0"/>
                  </a:moveTo>
                  <a:lnTo>
                    <a:pt x="1012" y="6073"/>
                  </a:lnTo>
                  <a:lnTo>
                    <a:pt x="12146" y="15183"/>
                  </a:lnTo>
                  <a:lnTo>
                    <a:pt x="15182" y="16195"/>
                  </a:lnTo>
                  <a:lnTo>
                    <a:pt x="12146" y="17207"/>
                  </a:lnTo>
                  <a:lnTo>
                    <a:pt x="1012" y="26317"/>
                  </a:lnTo>
                  <a:lnTo>
                    <a:pt x="0" y="323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1681745" y="2560070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0"/>
                  </a:moveTo>
                  <a:lnTo>
                    <a:pt x="542767" y="217108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2207220" y="2757631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12028" y="0"/>
                  </a:moveTo>
                  <a:lnTo>
                    <a:pt x="10713" y="6014"/>
                  </a:lnTo>
                  <a:lnTo>
                    <a:pt x="17667" y="18607"/>
                  </a:lnTo>
                  <a:lnTo>
                    <a:pt x="20110" y="20674"/>
                  </a:lnTo>
                  <a:lnTo>
                    <a:pt x="16915" y="20486"/>
                  </a:lnTo>
                  <a:lnTo>
                    <a:pt x="3195" y="24809"/>
                  </a:lnTo>
                  <a:lnTo>
                    <a:pt x="0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0" name="Google Shape;680;p23"/>
            <p:cNvSpPr/>
            <p:nvPr/>
          </p:nvSpPr>
          <p:spPr>
            <a:xfrm>
              <a:off x="1656357" y="2030360"/>
              <a:ext cx="598170" cy="717550"/>
            </a:xfrm>
            <a:custGeom>
              <a:avLst/>
              <a:gdLst/>
              <a:ahLst/>
              <a:cxnLst/>
              <a:rect l="l" t="t" r="r" b="b"/>
              <a:pathLst>
                <a:path w="598169" h="717550" extrusionOk="0">
                  <a:moveTo>
                    <a:pt x="0" y="717361"/>
                  </a:moveTo>
                  <a:lnTo>
                    <a:pt x="597802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2233943" y="2028027"/>
              <a:ext cx="25400" cy="22225"/>
            </a:xfrm>
            <a:custGeom>
              <a:avLst/>
              <a:gdLst/>
              <a:ahLst/>
              <a:cxnLst/>
              <a:rect l="l" t="t" r="r" b="b"/>
              <a:pathLst>
                <a:path w="25400" h="22225" extrusionOk="0">
                  <a:moveTo>
                    <a:pt x="0" y="1295"/>
                  </a:moveTo>
                  <a:lnTo>
                    <a:pt x="5313" y="4406"/>
                  </a:lnTo>
                  <a:lnTo>
                    <a:pt x="19439" y="1684"/>
                  </a:lnTo>
                  <a:lnTo>
                    <a:pt x="22160" y="0"/>
                  </a:lnTo>
                  <a:lnTo>
                    <a:pt x="20993" y="2980"/>
                  </a:lnTo>
                  <a:lnTo>
                    <a:pt x="20864" y="17365"/>
                  </a:lnTo>
                  <a:lnTo>
                    <a:pt x="24881" y="2203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1668745" y="2303603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456756"/>
                  </a:moveTo>
                  <a:lnTo>
                    <a:pt x="57094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3" name="Google Shape;683;p23"/>
            <p:cNvSpPr/>
            <p:nvPr/>
          </p:nvSpPr>
          <p:spPr>
            <a:xfrm>
              <a:off x="2220092" y="2298545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0" y="0"/>
                  </a:moveTo>
                  <a:lnTo>
                    <a:pt x="4584" y="4109"/>
                  </a:lnTo>
                  <a:lnTo>
                    <a:pt x="18968" y="4267"/>
                  </a:lnTo>
                  <a:lnTo>
                    <a:pt x="21971" y="3161"/>
                  </a:lnTo>
                  <a:lnTo>
                    <a:pt x="20232" y="5848"/>
                  </a:lnTo>
                  <a:lnTo>
                    <a:pt x="17229" y="19916"/>
                  </a:lnTo>
                  <a:lnTo>
                    <a:pt x="20232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4" name="Google Shape;684;p23"/>
            <p:cNvSpPr/>
            <p:nvPr/>
          </p:nvSpPr>
          <p:spPr>
            <a:xfrm>
              <a:off x="1681745" y="2565558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217108"/>
                  </a:moveTo>
                  <a:lnTo>
                    <a:pt x="54276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5" name="Google Shape;685;p23"/>
            <p:cNvSpPr/>
            <p:nvPr/>
          </p:nvSpPr>
          <p:spPr>
            <a:xfrm>
              <a:off x="2207220" y="2555032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0" y="0"/>
                  </a:moveTo>
                  <a:lnTo>
                    <a:pt x="3195" y="5262"/>
                  </a:lnTo>
                  <a:lnTo>
                    <a:pt x="16915" y="9585"/>
                  </a:lnTo>
                  <a:lnTo>
                    <a:pt x="20110" y="9397"/>
                  </a:lnTo>
                  <a:lnTo>
                    <a:pt x="17667" y="11465"/>
                  </a:lnTo>
                  <a:lnTo>
                    <a:pt x="10713" y="24057"/>
                  </a:lnTo>
                  <a:lnTo>
                    <a:pt x="12028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1688047" y="2815370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89" h="120000" extrusionOk="0">
                  <a:moveTo>
                    <a:pt x="0" y="0"/>
                  </a:moveTo>
                  <a:lnTo>
                    <a:pt x="52910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7" name="Google Shape;687;p23"/>
            <p:cNvSpPr/>
            <p:nvPr/>
          </p:nvSpPr>
          <p:spPr>
            <a:xfrm>
              <a:off x="2205006" y="2799174"/>
              <a:ext cx="15240" cy="32384"/>
            </a:xfrm>
            <a:custGeom>
              <a:avLst/>
              <a:gdLst/>
              <a:ahLst/>
              <a:cxnLst/>
              <a:rect l="l" t="t" r="r" b="b"/>
              <a:pathLst>
                <a:path w="15239" h="32385" extrusionOk="0">
                  <a:moveTo>
                    <a:pt x="0" y="0"/>
                  </a:moveTo>
                  <a:lnTo>
                    <a:pt x="1012" y="6073"/>
                  </a:lnTo>
                  <a:lnTo>
                    <a:pt x="12146" y="15183"/>
                  </a:lnTo>
                  <a:lnTo>
                    <a:pt x="15182" y="16195"/>
                  </a:lnTo>
                  <a:lnTo>
                    <a:pt x="12146" y="17207"/>
                  </a:lnTo>
                  <a:lnTo>
                    <a:pt x="1012" y="26317"/>
                  </a:lnTo>
                  <a:lnTo>
                    <a:pt x="0" y="323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8" name="Google Shape;688;p23"/>
            <p:cNvSpPr/>
            <p:nvPr/>
          </p:nvSpPr>
          <p:spPr>
            <a:xfrm>
              <a:off x="1646656" y="2038567"/>
              <a:ext cx="619125" cy="990600"/>
            </a:xfrm>
            <a:custGeom>
              <a:avLst/>
              <a:gdLst/>
              <a:ahLst/>
              <a:cxnLst/>
              <a:rect l="l" t="t" r="r" b="b"/>
              <a:pathLst>
                <a:path w="619125" h="990600" extrusionOk="0">
                  <a:moveTo>
                    <a:pt x="0" y="990129"/>
                  </a:moveTo>
                  <a:lnTo>
                    <a:pt x="61883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9" name="Google Shape;689;p23"/>
            <p:cNvSpPr/>
            <p:nvPr/>
          </p:nvSpPr>
          <p:spPr>
            <a:xfrm>
              <a:off x="2245319" y="2035992"/>
              <a:ext cx="27940" cy="21590"/>
            </a:xfrm>
            <a:custGeom>
              <a:avLst/>
              <a:gdLst/>
              <a:ahLst/>
              <a:cxnLst/>
              <a:rect l="l" t="t" r="r" b="b"/>
              <a:pathLst>
                <a:path w="27939" h="21589" extrusionOk="0">
                  <a:moveTo>
                    <a:pt x="0" y="4291"/>
                  </a:moveTo>
                  <a:lnTo>
                    <a:pt x="5686" y="6651"/>
                  </a:lnTo>
                  <a:lnTo>
                    <a:pt x="19312" y="2038"/>
                  </a:lnTo>
                  <a:lnTo>
                    <a:pt x="21779" y="0"/>
                  </a:lnTo>
                  <a:lnTo>
                    <a:pt x="21028" y="3111"/>
                  </a:lnTo>
                  <a:lnTo>
                    <a:pt x="22853" y="17380"/>
                  </a:lnTo>
                  <a:lnTo>
                    <a:pt x="27466" y="21457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1656357" y="2318364"/>
              <a:ext cx="598170" cy="717550"/>
            </a:xfrm>
            <a:custGeom>
              <a:avLst/>
              <a:gdLst/>
              <a:ahLst/>
              <a:cxnLst/>
              <a:rect l="l" t="t" r="r" b="b"/>
              <a:pathLst>
                <a:path w="598169" h="717550" extrusionOk="0">
                  <a:moveTo>
                    <a:pt x="0" y="717361"/>
                  </a:moveTo>
                  <a:lnTo>
                    <a:pt x="597802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2233943" y="2316031"/>
              <a:ext cx="25400" cy="22225"/>
            </a:xfrm>
            <a:custGeom>
              <a:avLst/>
              <a:gdLst/>
              <a:ahLst/>
              <a:cxnLst/>
              <a:rect l="l" t="t" r="r" b="b"/>
              <a:pathLst>
                <a:path w="25400" h="22225" extrusionOk="0">
                  <a:moveTo>
                    <a:pt x="0" y="1295"/>
                  </a:moveTo>
                  <a:lnTo>
                    <a:pt x="5313" y="4406"/>
                  </a:lnTo>
                  <a:lnTo>
                    <a:pt x="19439" y="1684"/>
                  </a:lnTo>
                  <a:lnTo>
                    <a:pt x="22160" y="0"/>
                  </a:lnTo>
                  <a:lnTo>
                    <a:pt x="20993" y="2980"/>
                  </a:lnTo>
                  <a:lnTo>
                    <a:pt x="20864" y="17365"/>
                  </a:lnTo>
                  <a:lnTo>
                    <a:pt x="24881" y="2203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1668745" y="2591607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 extrusionOk="0">
                  <a:moveTo>
                    <a:pt x="0" y="456756"/>
                  </a:moveTo>
                  <a:lnTo>
                    <a:pt x="57094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2220092" y="2586549"/>
              <a:ext cx="22225" cy="25400"/>
            </a:xfrm>
            <a:custGeom>
              <a:avLst/>
              <a:gdLst/>
              <a:ahLst/>
              <a:cxnLst/>
              <a:rect l="l" t="t" r="r" b="b"/>
              <a:pathLst>
                <a:path w="22225" h="25400" extrusionOk="0">
                  <a:moveTo>
                    <a:pt x="0" y="0"/>
                  </a:moveTo>
                  <a:lnTo>
                    <a:pt x="4584" y="4109"/>
                  </a:lnTo>
                  <a:lnTo>
                    <a:pt x="18968" y="4267"/>
                  </a:lnTo>
                  <a:lnTo>
                    <a:pt x="21971" y="3161"/>
                  </a:lnTo>
                  <a:lnTo>
                    <a:pt x="20232" y="5848"/>
                  </a:lnTo>
                  <a:lnTo>
                    <a:pt x="17229" y="19916"/>
                  </a:lnTo>
                  <a:lnTo>
                    <a:pt x="20232" y="2529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4" name="Google Shape;694;p23"/>
            <p:cNvSpPr/>
            <p:nvPr/>
          </p:nvSpPr>
          <p:spPr>
            <a:xfrm>
              <a:off x="1681745" y="2853561"/>
              <a:ext cx="542925" cy="217170"/>
            </a:xfrm>
            <a:custGeom>
              <a:avLst/>
              <a:gdLst/>
              <a:ahLst/>
              <a:cxnLst/>
              <a:rect l="l" t="t" r="r" b="b"/>
              <a:pathLst>
                <a:path w="542925" h="217169" extrusionOk="0">
                  <a:moveTo>
                    <a:pt x="0" y="217108"/>
                  </a:moveTo>
                  <a:lnTo>
                    <a:pt x="54276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5" name="Google Shape;695;p23"/>
            <p:cNvSpPr/>
            <p:nvPr/>
          </p:nvSpPr>
          <p:spPr>
            <a:xfrm>
              <a:off x="2207220" y="2843036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80" extrusionOk="0">
                  <a:moveTo>
                    <a:pt x="0" y="0"/>
                  </a:moveTo>
                  <a:lnTo>
                    <a:pt x="3195" y="5262"/>
                  </a:lnTo>
                  <a:lnTo>
                    <a:pt x="16915" y="9585"/>
                  </a:lnTo>
                  <a:lnTo>
                    <a:pt x="20110" y="9397"/>
                  </a:lnTo>
                  <a:lnTo>
                    <a:pt x="17667" y="11465"/>
                  </a:lnTo>
                  <a:lnTo>
                    <a:pt x="10713" y="24057"/>
                  </a:lnTo>
                  <a:lnTo>
                    <a:pt x="12028" y="3007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696" name="Google Shape;696;p23"/>
          <p:cNvSpPr txBox="1"/>
          <p:nvPr/>
        </p:nvSpPr>
        <p:spPr>
          <a:xfrm>
            <a:off x="5488447" y="3339693"/>
            <a:ext cx="2107596" cy="72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31" rIns="0" bIns="0" anchor="t" anchorCtr="0">
            <a:spAutoFit/>
          </a:bodyPr>
          <a:lstStyle/>
          <a:p>
            <a:pPr marL="60392" marR="48314" indent="38248">
              <a:lnSpc>
                <a:spcPct val="121100"/>
              </a:lnSpc>
              <a:buClr>
                <a:srgbClr val="000000"/>
              </a:buClr>
            </a:pP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g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W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e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i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b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853" kern="0" baseline="30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i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f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W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d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2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BDDB55-FDD4-7A2A-172F-1AF48C152196}"/>
                  </a:ext>
                </a:extLst>
              </p14:cNvPr>
              <p14:cNvContentPartPr/>
              <p14:nvPr/>
            </p14:nvContentPartPr>
            <p14:xfrm>
              <a:off x="804960" y="839160"/>
              <a:ext cx="7544160" cy="4172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BDDB55-FDD4-7A2A-172F-1AF48C1521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5600" y="829800"/>
                <a:ext cx="7562880" cy="419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cap="small" dirty="0"/>
              <a:t>egularized</a:t>
            </a:r>
            <a:r>
              <a:rPr lang="en-US" dirty="0"/>
              <a:t>  </a:t>
            </a:r>
            <a:r>
              <a:rPr lang="en-US" dirty="0" err="1"/>
              <a:t>A</a:t>
            </a:r>
            <a:r>
              <a:rPr lang="en-US" cap="small" dirty="0" err="1"/>
              <a:t>utoencoders</a:t>
            </a:r>
            <a:endParaRPr lang="en-IN" dirty="0"/>
          </a:p>
        </p:txBody>
      </p:sp>
      <p:grpSp>
        <p:nvGrpSpPr>
          <p:cNvPr id="724" name="Google Shape;724;p25"/>
          <p:cNvGrpSpPr/>
          <p:nvPr/>
        </p:nvGrpSpPr>
        <p:grpSpPr>
          <a:xfrm>
            <a:off x="816521" y="1398005"/>
            <a:ext cx="109835" cy="2003106"/>
            <a:chOff x="513702" y="881951"/>
            <a:chExt cx="69291" cy="1263688"/>
          </a:xfrm>
        </p:grpSpPr>
        <p:pic>
          <p:nvPicPr>
            <p:cNvPr id="725" name="Google Shape;725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819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6" name="Google Shape;726;p2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64489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7" name="Google Shape;727;p2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86631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8" name="Google Shape;728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0763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9" name="Google Shape;729;p25"/>
          <p:cNvSpPr txBox="1"/>
          <p:nvPr/>
        </p:nvSpPr>
        <p:spPr>
          <a:xfrm>
            <a:off x="983789" y="1196308"/>
            <a:ext cx="7165671" cy="309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667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Autoencoders fail to learn anything useful if the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626"/>
              </a:spcBef>
              <a:buClr>
                <a:srgbClr val="000000"/>
              </a:buClr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encoder and decoder are given too much capacity.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341"/>
              </a:spcBef>
              <a:buClr>
                <a:srgbClr val="000000"/>
              </a:buClr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hidden code is allowed to have dimension equal to the input.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341"/>
              </a:spcBef>
              <a:buClr>
                <a:srgbClr val="000000"/>
              </a:buClr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hidden code has dimension greater than the input. (overcomplete case)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392" marR="1118264">
              <a:lnSpc>
                <a:spcPct val="138400"/>
              </a:lnSpc>
              <a:spcBef>
                <a:spcPts val="32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Regularized autoencoders to resolve the above problems.  To avoid poor generalization, introduce regularization.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392">
              <a:spcBef>
                <a:spcPts val="626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Introduces properties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626"/>
              </a:spcBef>
              <a:buClr>
                <a:srgbClr val="000000"/>
              </a:buClr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sparsity of the representation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333"/>
              </a:spcBef>
              <a:buClr>
                <a:srgbClr val="000000"/>
              </a:buClr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smallness of the derivative of the representation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5988">
              <a:spcBef>
                <a:spcPts val="341"/>
              </a:spcBef>
              <a:buClr>
                <a:srgbClr val="000000"/>
              </a:buClr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robustness to noise or to missing inputs.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4ED833-F865-A17E-9FEC-8DF1DA2FD495}"/>
                  </a:ext>
                </a:extLst>
              </p14:cNvPr>
              <p14:cNvContentPartPr/>
              <p14:nvPr/>
            </p14:nvContentPartPr>
            <p14:xfrm>
              <a:off x="4143240" y="784800"/>
              <a:ext cx="4717800" cy="3920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4ED833-F865-A17E-9FEC-8DF1DA2FD4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33880" y="775440"/>
                <a:ext cx="4736520" cy="393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874" y="1358851"/>
            <a:ext cx="7546149" cy="276903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D68A48-2FA1-1590-420F-2B88E535FBC5}"/>
                  </a:ext>
                </a:extLst>
              </p14:cNvPr>
              <p14:cNvContentPartPr/>
              <p14:nvPr/>
            </p14:nvContentPartPr>
            <p14:xfrm>
              <a:off x="6715080" y="2313000"/>
              <a:ext cx="1767240" cy="664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D68A48-2FA1-1590-420F-2B88E535FB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05720" y="2303640"/>
                <a:ext cx="1785960" cy="68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874" y="1539224"/>
            <a:ext cx="7517965" cy="2318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cap="small" dirty="0"/>
              <a:t>onvolutional</a:t>
            </a:r>
            <a:r>
              <a:rPr lang="en-US" dirty="0"/>
              <a:t>  </a:t>
            </a:r>
            <a:r>
              <a:rPr lang="en-US" dirty="0" err="1"/>
              <a:t>A</a:t>
            </a:r>
            <a:r>
              <a:rPr lang="en-US" cap="small" dirty="0" err="1"/>
              <a:t>utoencoders</a:t>
            </a:r>
            <a:endParaRPr lang="en-IN" dirty="0"/>
          </a:p>
        </p:txBody>
      </p:sp>
      <p:grpSp>
        <p:nvGrpSpPr>
          <p:cNvPr id="769" name="Google Shape;769;p29"/>
          <p:cNvGrpSpPr/>
          <p:nvPr/>
        </p:nvGrpSpPr>
        <p:grpSpPr>
          <a:xfrm>
            <a:off x="816521" y="1994370"/>
            <a:ext cx="109835" cy="1102600"/>
            <a:chOff x="513702" y="1258176"/>
            <a:chExt cx="69291" cy="695591"/>
          </a:xfrm>
        </p:grpSpPr>
        <p:pic>
          <p:nvPicPr>
            <p:cNvPr id="770" name="Google Shape;770;p2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25817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1" name="Google Shape;771;p2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66306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88447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3" name="Google Shape;773;p29"/>
          <p:cNvSpPr txBox="1"/>
          <p:nvPr/>
        </p:nvSpPr>
        <p:spPr>
          <a:xfrm>
            <a:off x="1024051" y="1840605"/>
            <a:ext cx="7504880" cy="162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 marR="8052">
              <a:lnSpc>
                <a:spcPct val="114700"/>
              </a:lnSpc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us to increase the size of the output feature map compared to the input  feature map.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>
              <a:spcBef>
                <a:spcPts val="761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Fractionally strided convolution is another term.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249622">
              <a:lnSpc>
                <a:spcPct val="114700"/>
              </a:lnSpc>
              <a:spcBef>
                <a:spcPts val="476"/>
              </a:spcBef>
              <a:buClr>
                <a:srgbClr val="000000"/>
              </a:buClr>
            </a:pPr>
            <a:r>
              <a:rPr lang="en-US" sz="1664" b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Strides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transposed convolutions, we stride over the output; hence, larger  strides will result in larger outputs (opposite to regular convolutions).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72606E-81ED-32B8-1F47-842F46526191}"/>
                  </a:ext>
                </a:extLst>
              </p14:cNvPr>
              <p14:cNvContentPartPr/>
              <p14:nvPr/>
            </p14:nvContentPartPr>
            <p14:xfrm>
              <a:off x="4184280" y="514080"/>
              <a:ext cx="4835520" cy="237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72606E-81ED-32B8-1F47-842F465261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74920" y="504720"/>
                <a:ext cx="4854240" cy="238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0"/>
          <p:cNvSpPr txBox="1"/>
          <p:nvPr/>
        </p:nvSpPr>
        <p:spPr>
          <a:xfrm>
            <a:off x="153300" y="145096"/>
            <a:ext cx="5343805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onvolutional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utoencoders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9" name="Google Shape;77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1047750"/>
            <a:ext cx="5752417" cy="36813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FED78E-FDFB-F7C0-32D6-2ADCEBECF0E7}"/>
                  </a:ext>
                </a:extLst>
              </p14:cNvPr>
              <p14:cNvContentPartPr/>
              <p14:nvPr/>
            </p14:nvContentPartPr>
            <p14:xfrm>
              <a:off x="131040" y="12960"/>
              <a:ext cx="8750880" cy="3759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FED78E-FDFB-F7C0-32D6-2ADCEBECF0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680" y="3600"/>
                <a:ext cx="8769600" cy="377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1"/>
          <p:cNvSpPr txBox="1"/>
          <p:nvPr/>
        </p:nvSpPr>
        <p:spPr>
          <a:xfrm>
            <a:off x="153300" y="145096"/>
            <a:ext cx="5343805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onvolutional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utoencoders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5" name="Google Shape;78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873" y="1118464"/>
            <a:ext cx="8298046" cy="336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D</a:t>
            </a:r>
            <a:r>
              <a:rPr lang="en-US" cap="small" dirty="0" err="1"/>
              <a:t>enoising</a:t>
            </a:r>
            <a:r>
              <a:rPr lang="en-US" dirty="0"/>
              <a:t>  </a:t>
            </a:r>
            <a:r>
              <a:rPr lang="en-US" dirty="0" err="1"/>
              <a:t>A</a:t>
            </a:r>
            <a:r>
              <a:rPr lang="en-US" cap="small" dirty="0" err="1"/>
              <a:t>utoencoders</a:t>
            </a:r>
            <a:r>
              <a:rPr lang="en-US" dirty="0"/>
              <a:t>  (DAE)</a:t>
            </a:r>
            <a:endParaRPr lang="en-IN" dirty="0"/>
          </a:p>
        </p:txBody>
      </p:sp>
      <p:grpSp>
        <p:nvGrpSpPr>
          <p:cNvPr id="813" name="Google Shape;813;p33"/>
          <p:cNvGrpSpPr/>
          <p:nvPr/>
        </p:nvGrpSpPr>
        <p:grpSpPr>
          <a:xfrm>
            <a:off x="816521" y="1853996"/>
            <a:ext cx="109835" cy="1744380"/>
            <a:chOff x="513702" y="1169619"/>
            <a:chExt cx="69291" cy="1100467"/>
          </a:xfrm>
        </p:grpSpPr>
        <p:pic>
          <p:nvPicPr>
            <p:cNvPr id="814" name="Google Shape;814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1696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57449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6" name="Google Shape;816;p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7959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7" name="Google Shape;817;p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20079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8" name="Google Shape;818;p33"/>
          <p:cNvSpPr txBox="1"/>
          <p:nvPr/>
        </p:nvSpPr>
        <p:spPr>
          <a:xfrm>
            <a:off x="1066800" y="1813503"/>
            <a:ext cx="6705600" cy="206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 marR="8052">
              <a:lnSpc>
                <a:spcPct val="114700"/>
              </a:lnSpc>
              <a:buClr>
                <a:srgbClr val="000000"/>
              </a:buClr>
            </a:pP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Receives a corrupted data point as input and is trained to predict the original,  uncorrupted data point as its output.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>
              <a:spcBef>
                <a:spcPts val="523"/>
              </a:spcBef>
              <a:buClr>
                <a:srgbClr val="000000"/>
              </a:buClr>
            </a:pP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853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˜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copy of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corrupted by some form of noise.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332158">
              <a:lnSpc>
                <a:spcPct val="102699"/>
              </a:lnSpc>
              <a:spcBef>
                <a:spcPts val="666"/>
              </a:spcBef>
              <a:buClr>
                <a:srgbClr val="000000"/>
              </a:buClr>
            </a:pP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corruption  process adds some noise to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according to the conditional  distribution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02" i="1" kern="0" dirty="0">
                <a:solidFill>
                  <a:srgbClr val="000000"/>
                </a:solidFill>
                <a:cs typeface="Arial"/>
                <a:sym typeface="Arial"/>
              </a:rPr>
              <a:t>x</a:t>
            </a:r>
            <a:r>
              <a:rPr lang="en-US" sz="3804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˜</a:t>
            </a:r>
            <a:r>
              <a:rPr lang="en-US" sz="1902" i="1" kern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>
              <a:spcBef>
                <a:spcPts val="721"/>
              </a:spcBef>
              <a:buClr>
                <a:srgbClr val="000000"/>
              </a:buClr>
            </a:pPr>
            <a:r>
              <a:rPr lang="en-US" sz="1664" kern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Denoising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64" kern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autoencoders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removes this corruption.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ED3873-033E-8F1A-7F1A-5275691D558A}"/>
                  </a:ext>
                </a:extLst>
              </p14:cNvPr>
              <p14:cNvContentPartPr/>
              <p14:nvPr/>
            </p14:nvContentPartPr>
            <p14:xfrm>
              <a:off x="3989880" y="824040"/>
              <a:ext cx="5094360" cy="1124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ED3873-033E-8F1A-7F1A-5275691D55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80520" y="814680"/>
                <a:ext cx="5113080" cy="114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4"/>
          <p:cNvSpPr txBox="1"/>
          <p:nvPr/>
        </p:nvSpPr>
        <p:spPr>
          <a:xfrm>
            <a:off x="153300" y="145096"/>
            <a:ext cx="4246659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enoising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4" name="Google Shape;82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074" y="1210141"/>
            <a:ext cx="7454550" cy="3241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5"/>
          <p:cNvSpPr txBox="1"/>
          <p:nvPr/>
        </p:nvSpPr>
        <p:spPr>
          <a:xfrm>
            <a:off x="153300" y="145096"/>
            <a:ext cx="4246659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enoising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0" name="Google Shape;83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123950"/>
            <a:ext cx="7555068" cy="3838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6"/>
          <p:cNvSpPr txBox="1"/>
          <p:nvPr/>
        </p:nvSpPr>
        <p:spPr>
          <a:xfrm>
            <a:off x="153300" y="145096"/>
            <a:ext cx="4246659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enoising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6" name="Google Shape;83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799" y="1123950"/>
            <a:ext cx="7213733" cy="3806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7"/>
          <p:cNvSpPr txBox="1"/>
          <p:nvPr/>
        </p:nvSpPr>
        <p:spPr>
          <a:xfrm>
            <a:off x="153300" y="145096"/>
            <a:ext cx="4246659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enoising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2" name="Google Shape;84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599" y="1047750"/>
            <a:ext cx="7251179" cy="3826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8"/>
          <p:cNvSpPr txBox="1"/>
          <p:nvPr/>
        </p:nvSpPr>
        <p:spPr>
          <a:xfrm>
            <a:off x="153300" y="145096"/>
            <a:ext cx="4246659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enoising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8" name="Google Shape;84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72" y="820644"/>
            <a:ext cx="7362955" cy="41711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39"/>
          <p:cNvSpPr txBox="1"/>
          <p:nvPr/>
        </p:nvSpPr>
        <p:spPr>
          <a:xfrm>
            <a:off x="153300" y="145096"/>
            <a:ext cx="4246659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enoising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4" name="Google Shape;85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431" y="1300330"/>
            <a:ext cx="7651837" cy="30156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0"/>
          <p:cNvSpPr txBox="1"/>
          <p:nvPr/>
        </p:nvSpPr>
        <p:spPr>
          <a:xfrm>
            <a:off x="153300" y="145096"/>
            <a:ext cx="4246659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enoising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0" name="Google Shape;86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5193" y="1277783"/>
            <a:ext cx="7264313" cy="307200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2"/>
          <p:cNvSpPr txBox="1"/>
          <p:nvPr/>
        </p:nvSpPr>
        <p:spPr>
          <a:xfrm>
            <a:off x="153300" y="145096"/>
            <a:ext cx="3685001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4" name="Google Shape;89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045" y="1632895"/>
            <a:ext cx="7616608" cy="21842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Sparse AE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187F93-EB1D-82E2-F5D2-36F3E7436926}"/>
                  </a:ext>
                </a:extLst>
              </p14:cNvPr>
              <p14:cNvContentPartPr/>
              <p14:nvPr/>
            </p14:nvContentPartPr>
            <p14:xfrm>
              <a:off x="808560" y="1125360"/>
              <a:ext cx="7900920" cy="3331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187F93-EB1D-82E2-F5D2-36F3E74369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9200" y="1116000"/>
                <a:ext cx="7919640" cy="335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3"/>
          <p:cNvSpPr txBox="1"/>
          <p:nvPr/>
        </p:nvSpPr>
        <p:spPr>
          <a:xfrm>
            <a:off x="153300" y="145096"/>
            <a:ext cx="3685001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8" name="Google Shape;88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999" y="1058710"/>
            <a:ext cx="7630698" cy="38752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Sparse AE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DE0CBF3-5F21-0117-5B48-C43F039CEF78}"/>
                  </a:ext>
                </a:extLst>
              </p14:cNvPr>
              <p14:cNvContentPartPr/>
              <p14:nvPr/>
            </p14:nvContentPartPr>
            <p14:xfrm>
              <a:off x="4359600" y="2935800"/>
              <a:ext cx="4033080" cy="1198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DE0CBF3-5F21-0117-5B48-C43F039CEF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50240" y="2926440"/>
                <a:ext cx="4051800" cy="12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4"/>
          <p:cNvSpPr txBox="1"/>
          <p:nvPr/>
        </p:nvSpPr>
        <p:spPr>
          <a:xfrm>
            <a:off x="153300" y="145096"/>
            <a:ext cx="3685001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" name="Google Shape;90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845" y="1276611"/>
            <a:ext cx="6757009" cy="32763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Loss Function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5"/>
          <p:cNvSpPr txBox="1"/>
          <p:nvPr/>
        </p:nvSpPr>
        <p:spPr>
          <a:xfrm>
            <a:off x="153300" y="145096"/>
            <a:ext cx="3685001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6" name="Google Shape;90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047750"/>
            <a:ext cx="7739174" cy="3854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53"/>
          <p:cNvSpPr txBox="1"/>
          <p:nvPr/>
        </p:nvSpPr>
        <p:spPr>
          <a:xfrm>
            <a:off x="552743" y="1295576"/>
            <a:ext cx="1045811" cy="258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55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03" name="Google Shape;100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693" y="1809041"/>
            <a:ext cx="192211" cy="1922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53"/>
          <p:cNvSpPr txBox="1"/>
          <p:nvPr/>
        </p:nvSpPr>
        <p:spPr>
          <a:xfrm>
            <a:off x="778412" y="1793429"/>
            <a:ext cx="106695" cy="16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95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1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3"/>
          <p:cNvSpPr txBox="1"/>
          <p:nvPr/>
        </p:nvSpPr>
        <p:spPr>
          <a:xfrm>
            <a:off x="1024052" y="1736575"/>
            <a:ext cx="5836009" cy="55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24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Learning by Ian Goodfellow, Yoshua Bengio, Aaron Courville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>
              <a:spcBef>
                <a:spcPts val="103"/>
              </a:spcBef>
              <a:buClr>
                <a:srgbClr val="000000"/>
              </a:buClr>
            </a:pPr>
            <a:r>
              <a:rPr lang="en-US" sz="1744" u="sng" kern="0">
                <a:solidFill>
                  <a:srgbClr val="0000FF"/>
                </a:solidFill>
                <a:latin typeface="SimSun"/>
                <a:ea typeface="SimSun"/>
                <a:cs typeface="SimSun"/>
                <a:sym typeface="SimSun"/>
                <a:hlinkClick r:id="rId4"/>
              </a:rPr>
              <a:t>https://www.deeplearningbook.org/</a:t>
            </a:r>
            <a:endParaRPr sz="1744" kern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006" name="Google Shape;1006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693" y="2535071"/>
            <a:ext cx="192211" cy="1922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3"/>
          <p:cNvSpPr txBox="1"/>
          <p:nvPr/>
        </p:nvSpPr>
        <p:spPr>
          <a:xfrm>
            <a:off x="778412" y="2519457"/>
            <a:ext cx="106695" cy="16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95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1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53"/>
          <p:cNvSpPr txBox="1"/>
          <p:nvPr/>
        </p:nvSpPr>
        <p:spPr>
          <a:xfrm>
            <a:off x="1024052" y="2462603"/>
            <a:ext cx="6988517" cy="55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24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Learning with Python by Francois Chollet.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>
              <a:spcBef>
                <a:spcPts val="103"/>
              </a:spcBef>
              <a:buClr>
                <a:srgbClr val="000000"/>
              </a:buClr>
            </a:pPr>
            <a:r>
              <a:rPr lang="en-US" sz="1744" u="sng" kern="0">
                <a:solidFill>
                  <a:srgbClr val="0000FF"/>
                </a:solidFill>
                <a:latin typeface="SimSun"/>
                <a:ea typeface="SimSun"/>
                <a:cs typeface="SimSun"/>
                <a:sym typeface="SimSun"/>
                <a:hlinkClick r:id="rId5"/>
              </a:rPr>
              <a:t>https://livebook.manning.com/book/deep-learning-with-python/</a:t>
            </a:r>
            <a:endParaRPr sz="1744" kern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17098</TotalTime>
  <Words>478</Words>
  <Application>Microsoft Office PowerPoint</Application>
  <PresentationFormat>On-screen Show (16:9)</PresentationFormat>
  <Paragraphs>94</Paragraphs>
  <Slides>24</Slides>
  <Notes>24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SimSun</vt:lpstr>
      <vt:lpstr>Arial</vt:lpstr>
      <vt:lpstr>Calibri</vt:lpstr>
      <vt:lpstr>Courier New</vt:lpstr>
      <vt:lpstr>Helvetica Neue</vt:lpstr>
      <vt:lpstr>Lucida Sans</vt:lpstr>
      <vt:lpstr>Tahoma</vt:lpstr>
      <vt:lpstr>Times New Roman</vt:lpstr>
      <vt:lpstr>Verdana</vt:lpstr>
      <vt:lpstr>1_Office Theme</vt:lpstr>
      <vt:lpstr>3_Office Theme</vt:lpstr>
      <vt:lpstr>Advanced Deep Learning ZG513 </vt:lpstr>
      <vt:lpstr>PowerPoint Presentation</vt:lpstr>
      <vt:lpstr>In  This  Segment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Aakash Goel (DSAI)</cp:lastModifiedBy>
  <cp:revision>148</cp:revision>
  <dcterms:created xsi:type="dcterms:W3CDTF">2021-03-10T15:42:36Z</dcterms:created>
  <dcterms:modified xsi:type="dcterms:W3CDTF">2026-01-31T12:44:51Z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2021-03-10T00:00:00Z</vt:filetime>
  </property>
</Properties>
</file>